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55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56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4"/>
  </p:sldMasterIdLst>
  <p:notesMasterIdLst>
    <p:notesMasterId r:id="rId61"/>
  </p:notesMasterIdLst>
  <p:handoutMasterIdLst>
    <p:handoutMasterId r:id="rId62"/>
  </p:handoutMasterIdLst>
  <p:sldIdLst>
    <p:sldId id="256" r:id="rId5"/>
    <p:sldId id="257" r:id="rId6"/>
    <p:sldId id="277" r:id="rId7"/>
    <p:sldId id="279" r:id="rId8"/>
    <p:sldId id="280" r:id="rId9"/>
    <p:sldId id="281" r:id="rId10"/>
    <p:sldId id="282" r:id="rId11"/>
    <p:sldId id="283" r:id="rId12"/>
    <p:sldId id="284" r:id="rId13"/>
    <p:sldId id="285" r:id="rId14"/>
    <p:sldId id="286" r:id="rId15"/>
    <p:sldId id="287" r:id="rId16"/>
    <p:sldId id="288" r:id="rId17"/>
    <p:sldId id="289" r:id="rId18"/>
    <p:sldId id="290" r:id="rId19"/>
    <p:sldId id="291" r:id="rId20"/>
    <p:sldId id="292" r:id="rId21"/>
    <p:sldId id="293" r:id="rId22"/>
    <p:sldId id="294" r:id="rId23"/>
    <p:sldId id="295" r:id="rId24"/>
    <p:sldId id="296" r:id="rId25"/>
    <p:sldId id="297" r:id="rId26"/>
    <p:sldId id="298" r:id="rId27"/>
    <p:sldId id="299" r:id="rId28"/>
    <p:sldId id="300" r:id="rId29"/>
    <p:sldId id="301" r:id="rId30"/>
    <p:sldId id="303" r:id="rId31"/>
    <p:sldId id="304" r:id="rId32"/>
    <p:sldId id="305" r:id="rId33"/>
    <p:sldId id="306" r:id="rId34"/>
    <p:sldId id="319" r:id="rId35"/>
    <p:sldId id="307" r:id="rId36"/>
    <p:sldId id="308" r:id="rId37"/>
    <p:sldId id="309" r:id="rId38"/>
    <p:sldId id="310" r:id="rId39"/>
    <p:sldId id="311" r:id="rId40"/>
    <p:sldId id="312" r:id="rId41"/>
    <p:sldId id="313" r:id="rId42"/>
    <p:sldId id="314" r:id="rId43"/>
    <p:sldId id="315" r:id="rId44"/>
    <p:sldId id="316" r:id="rId45"/>
    <p:sldId id="317" r:id="rId46"/>
    <p:sldId id="318" r:id="rId47"/>
    <p:sldId id="320" r:id="rId48"/>
    <p:sldId id="321" r:id="rId49"/>
    <p:sldId id="322" r:id="rId50"/>
    <p:sldId id="323" r:id="rId51"/>
    <p:sldId id="324" r:id="rId52"/>
    <p:sldId id="325" r:id="rId53"/>
    <p:sldId id="326" r:id="rId54"/>
    <p:sldId id="327" r:id="rId55"/>
    <p:sldId id="328" r:id="rId56"/>
    <p:sldId id="329" r:id="rId57"/>
    <p:sldId id="276" r:id="rId58"/>
    <p:sldId id="270" r:id="rId59"/>
    <p:sldId id="278" r:id="rId6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73B54AF1-1929-468D-B83B-1A6CC1CC4014}">
          <p14:sldIdLst>
            <p14:sldId id="256"/>
            <p14:sldId id="257"/>
          </p14:sldIdLst>
        </p14:section>
        <p14:section name="ch02" id="{183771B2-5637-4FA6-AC98-3591E6F98168}">
          <p14:sldIdLst>
            <p14:sldId id="277"/>
            <p14:sldId id="279"/>
            <p14:sldId id="280"/>
            <p14:sldId id="281"/>
          </p14:sldIdLst>
        </p14:section>
        <p14:section name="ch03" id="{88CE00CF-A120-4584-A748-73913B9C58A6}">
          <p14:sldIdLst>
            <p14:sldId id="282"/>
            <p14:sldId id="283"/>
            <p14:sldId id="284"/>
            <p14:sldId id="285"/>
          </p14:sldIdLst>
        </p14:section>
        <p14:section name="ch04" id="{DA200A39-2EB3-4544-863B-25110295633C}">
          <p14:sldIdLst>
            <p14:sldId id="286"/>
            <p14:sldId id="287"/>
            <p14:sldId id="288"/>
          </p14:sldIdLst>
        </p14:section>
        <p14:section name="ch05" id="{00A44908-D378-4093-81BB-8612BB603F83}">
          <p14:sldIdLst>
            <p14:sldId id="289"/>
            <p14:sldId id="290"/>
          </p14:sldIdLst>
        </p14:section>
        <p14:section name="ch06" id="{20A7F0C4-63B0-4E99-9132-E1B729ABB4A0}">
          <p14:sldIdLst>
            <p14:sldId id="291"/>
            <p14:sldId id="292"/>
            <p14:sldId id="293"/>
            <p14:sldId id="294"/>
            <p14:sldId id="295"/>
          </p14:sldIdLst>
        </p14:section>
        <p14:section name="ch07" id="{09E78D94-F7EE-4EA9-A0B4-DFBAFE65FBFB}">
          <p14:sldIdLst>
            <p14:sldId id="296"/>
            <p14:sldId id="297"/>
            <p14:sldId id="298"/>
            <p14:sldId id="299"/>
            <p14:sldId id="300"/>
            <p14:sldId id="301"/>
          </p14:sldIdLst>
        </p14:section>
        <p14:section name="ch08" id="{A8E0E207-225D-44BF-B5B8-B112C8D4CE34}">
          <p14:sldIdLst>
            <p14:sldId id="303"/>
            <p14:sldId id="304"/>
          </p14:sldIdLst>
        </p14:section>
        <p14:section name="ch09" id="{3DCDBBB8-3A4B-47F8-8781-75C739AA2ECF}">
          <p14:sldIdLst>
            <p14:sldId id="305"/>
            <p14:sldId id="306"/>
            <p14:sldId id="319"/>
            <p14:sldId id="307"/>
            <p14:sldId id="308"/>
            <p14:sldId id="309"/>
            <p14:sldId id="310"/>
          </p14:sldIdLst>
        </p14:section>
        <p14:section name="ch10" id="{D907A7EF-1EB4-4D76-9A6D-613385A6DF86}">
          <p14:sldIdLst>
            <p14:sldId id="311"/>
            <p14:sldId id="312"/>
            <p14:sldId id="313"/>
            <p14:sldId id="314"/>
            <p14:sldId id="315"/>
            <p14:sldId id="316"/>
            <p14:sldId id="317"/>
          </p14:sldIdLst>
        </p14:section>
        <p14:section name="ch11" id="{3D12069C-F047-447E-B091-FA88EDE6A7D5}">
          <p14:sldIdLst>
            <p14:sldId id="318"/>
            <p14:sldId id="320"/>
            <p14:sldId id="321"/>
            <p14:sldId id="322"/>
            <p14:sldId id="323"/>
            <p14:sldId id="324"/>
            <p14:sldId id="325"/>
            <p14:sldId id="326"/>
            <p14:sldId id="327"/>
            <p14:sldId id="328"/>
            <p14:sldId id="329"/>
          </p14:sldIdLst>
        </p14:section>
        <p14:section name="covers" id="{E5823A51-8D0B-45F5-A8F0-5C43B5C81155}">
          <p14:sldIdLst>
            <p14:sldId id="276"/>
            <p14:sldId id="270"/>
            <p14:sldId id="27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EF6D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41" autoAdjust="0"/>
  </p:normalViewPr>
  <p:slideViewPr>
    <p:cSldViewPr snapToGrid="0">
      <p:cViewPr varScale="1">
        <p:scale>
          <a:sx n="111" d="100"/>
          <a:sy n="111" d="100"/>
        </p:scale>
        <p:origin x="513" y="42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8" d="100"/>
          <a:sy n="68" d="100"/>
        </p:scale>
        <p:origin x="3288" y="32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63" Type="http://schemas.openxmlformats.org/officeDocument/2006/relationships/presProps" Target="presProp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66" Type="http://schemas.openxmlformats.org/officeDocument/2006/relationships/tableStyles" Target="tableStyles.xml"/><Relationship Id="rId5" Type="http://schemas.openxmlformats.org/officeDocument/2006/relationships/slide" Target="slides/slide1.xml"/><Relationship Id="rId61" Type="http://schemas.openxmlformats.org/officeDocument/2006/relationships/notesMaster" Target="notesMasters/notesMaster1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openxmlformats.org/officeDocument/2006/relationships/viewProps" Target="viewProps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slide" Target="slides/slide55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handoutMaster" Target="handoutMasters/handout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1BAF38FA-668C-42FF-833B-8125D0660C5A}" type="doc">
      <dgm:prSet loTypeId="urn:microsoft.com/office/officeart/2005/8/layout/hChevron3" loCatId="process" qsTypeId="urn:microsoft.com/office/officeart/2005/8/quickstyle/3d2" qsCatId="3D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2F2DEB5-04B2-43B0-AE1F-484092092F8C}">
      <dgm:prSet phldrT="[Text]" phldr="0" custT="1"/>
      <dgm:spPr/>
      <dgm:t>
        <a:bodyPr/>
        <a:lstStyle/>
        <a:p>
          <a:r>
            <a:rPr lang="en-US" sz="3200" b="1">
              <a:solidFill>
                <a:srgbClr val="00B050"/>
              </a:solidFill>
              <a:effectLst/>
            </a:rPr>
            <a:t>React Foundations</a:t>
          </a:r>
          <a:endParaRPr lang="en-US" sz="3200" b="1" dirty="0">
            <a:solidFill>
              <a:srgbClr val="00B050"/>
            </a:solidFill>
            <a:effectLst/>
          </a:endParaRPr>
        </a:p>
      </dgm:t>
    </dgm:pt>
    <dgm:pt modelId="{086CFFA7-5016-4BB1-BF31-ADB78F91B03E}" type="parTrans" cxnId="{CFE9B22D-431F-42D5-A9DD-A34070B50E6D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98B402DD-A062-43D3-B135-4A9AE401840E}" type="sibTrans" cxnId="{CFE9B22D-431F-42D5-A9DD-A34070B50E6D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3F8A6D25-EC33-4E79-9F36-36771A974919}">
      <dgm:prSet phldrT="[Text]" phldr="0" custT="1"/>
      <dgm:spPr>
        <a:gradFill rotWithShape="0">
          <a:gsLst>
            <a:gs pos="0">
              <a:srgbClr val="ACD433">
                <a:hueOff val="0"/>
                <a:satOff val="0"/>
                <a:lumOff val="0"/>
                <a:alphaOff val="0"/>
                <a:tint val="98000"/>
                <a:lumMod val="114000"/>
              </a:srgbClr>
            </a:gs>
            <a:gs pos="100000">
              <a:srgbClr val="ACD433">
                <a:hueOff val="0"/>
                <a:satOff val="0"/>
                <a:lumOff val="0"/>
                <a:alphaOff val="0"/>
                <a:shade val="90000"/>
                <a:lumMod val="84000"/>
              </a:srgb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gm:spPr>
      <dgm:t>
        <a:bodyPr spcFirstLastPara="0" vert="horz" wrap="square" lIns="170688" tIns="85344" rIns="42672" bIns="85344" numCol="1" spcCol="1270" anchor="ctr" anchorCtr="0"/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>
              <a:solidFill>
                <a:srgbClr val="00B050"/>
              </a:solidFill>
              <a:effectLst/>
              <a:latin typeface="Century Gothic" panose="020B0502020202020204"/>
              <a:ea typeface="+mn-ea"/>
              <a:cs typeface="+mn-cs"/>
            </a:rPr>
            <a:t>App Router</a:t>
          </a:r>
          <a:endParaRPr lang="en-US" sz="3200" b="1" kern="1200" dirty="0">
            <a:solidFill>
              <a:srgbClr val="00B050"/>
            </a:solidFill>
            <a:effectLst/>
            <a:latin typeface="Century Gothic" panose="020B0502020202020204"/>
            <a:ea typeface="+mn-ea"/>
            <a:cs typeface="+mn-cs"/>
          </a:endParaRPr>
        </a:p>
      </dgm:t>
    </dgm:pt>
    <dgm:pt modelId="{2214299D-707F-429C-A23D-9EE2F39CF74A}" type="parTrans" cxnId="{0C42CAF2-971C-4068-B645-A373CE11E869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F5C31149-F876-40A6-9FD4-9FC1A73D7103}" type="sibTrans" cxnId="{0C42CAF2-971C-4068-B645-A373CE11E869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2A8D39A9-50C8-4D4F-B033-79DECE006E66}">
      <dgm:prSet phldrT="[Text]" phldr="0" custT="1"/>
      <dgm:spPr>
        <a:solidFill>
          <a:schemeClr val="tx1">
            <a:lumMod val="85000"/>
          </a:schemeClr>
        </a:solidFill>
      </dgm:spPr>
      <dgm:t>
        <a:bodyPr/>
        <a:lstStyle/>
        <a:p>
          <a:r>
            <a:rPr lang="en-US" sz="3200" b="1">
              <a:solidFill>
                <a:srgbClr val="00B050"/>
              </a:solidFill>
              <a:effectLst/>
            </a:rPr>
            <a:t>Pages Router</a:t>
          </a:r>
          <a:endParaRPr lang="en-US" sz="3200" b="1" dirty="0">
            <a:solidFill>
              <a:srgbClr val="00B050"/>
            </a:solidFill>
            <a:effectLst/>
          </a:endParaRPr>
        </a:p>
      </dgm:t>
    </dgm:pt>
    <dgm:pt modelId="{315C08A7-84C9-4B75-B41E-C170BAF53261}" type="parTrans" cxnId="{2667F885-9801-44B0-94AB-28C9292F3E74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55984B9E-0D3F-4FAD-8385-14CE83ECD63D}" type="sibTrans" cxnId="{2667F885-9801-44B0-94AB-28C9292F3E74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6D71B52B-3920-4F69-82CF-D2F6B276680D}">
      <dgm:prSet phldrT="[Text]" phldr="0" custT="1"/>
      <dgm:spPr>
        <a:solidFill>
          <a:schemeClr val="tx1">
            <a:lumMod val="85000"/>
          </a:schemeClr>
        </a:solidFill>
      </dgm:spPr>
      <dgm:t>
        <a:bodyPr/>
        <a:lstStyle/>
        <a:p>
          <a:r>
            <a:rPr lang="en-US" sz="3200" b="1" dirty="0">
              <a:solidFill>
                <a:srgbClr val="00B050"/>
              </a:solidFill>
              <a:effectLst/>
            </a:rPr>
            <a:t>SEO</a:t>
          </a:r>
        </a:p>
      </dgm:t>
    </dgm:pt>
    <dgm:pt modelId="{D523D338-016A-4C79-9BD8-F4C65FDC3E4A}" type="parTrans" cxnId="{92E5502B-D54D-4966-9E24-506A6D560BD2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CD4D0C60-FE61-48F8-A8F6-566EF2190D5C}" type="sibTrans" cxnId="{92E5502B-D54D-4966-9E24-506A6D560BD2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CDD65885-70A5-408A-AD16-60B5296FD84F}" type="pres">
      <dgm:prSet presAssocID="{1BAF38FA-668C-42FF-833B-8125D0660C5A}" presName="Name0" presStyleCnt="0">
        <dgm:presLayoutVars>
          <dgm:dir/>
          <dgm:resizeHandles val="exact"/>
        </dgm:presLayoutVars>
      </dgm:prSet>
      <dgm:spPr/>
    </dgm:pt>
    <dgm:pt modelId="{3B3B9CF9-ACCC-4AAF-B159-A5ECCE9F91FA}" type="pres">
      <dgm:prSet presAssocID="{02F2DEB5-04B2-43B0-AE1F-484092092F8C}" presName="parTxOnly" presStyleLbl="node1" presStyleIdx="0" presStyleCnt="4">
        <dgm:presLayoutVars>
          <dgm:bulletEnabled val="1"/>
        </dgm:presLayoutVars>
      </dgm:prSet>
      <dgm:spPr/>
    </dgm:pt>
    <dgm:pt modelId="{5EA737B2-FAEA-4E29-B7AB-D4AF56C6722A}" type="pres">
      <dgm:prSet presAssocID="{98B402DD-A062-43D3-B135-4A9AE401840E}" presName="parSpace" presStyleCnt="0"/>
      <dgm:spPr/>
    </dgm:pt>
    <dgm:pt modelId="{927287C2-A3D7-40DA-9CC5-879018D16C6C}" type="pres">
      <dgm:prSet presAssocID="{3F8A6D25-EC33-4E79-9F36-36771A974919}" presName="parTxOnly" presStyleLbl="node1" presStyleIdx="1" presStyleCnt="4">
        <dgm:presLayoutVars>
          <dgm:bulletEnabled val="1"/>
        </dgm:presLayoutVars>
      </dgm:prSet>
      <dgm:spPr>
        <a:xfrm>
          <a:off x="2586569" y="431693"/>
          <a:ext cx="3229188" cy="1291675"/>
        </a:xfrm>
        <a:prstGeom prst="chevron">
          <a:avLst/>
        </a:prstGeom>
      </dgm:spPr>
    </dgm:pt>
    <dgm:pt modelId="{D7399875-5945-4082-A56B-0967B2FF1CAA}" type="pres">
      <dgm:prSet presAssocID="{F5C31149-F876-40A6-9FD4-9FC1A73D7103}" presName="parSpace" presStyleCnt="0"/>
      <dgm:spPr/>
    </dgm:pt>
    <dgm:pt modelId="{0FFC9F85-D342-4563-A0C2-89C6B83FD375}" type="pres">
      <dgm:prSet presAssocID="{2A8D39A9-50C8-4D4F-B033-79DECE006E66}" presName="parTxOnly" presStyleLbl="node1" presStyleIdx="2" presStyleCnt="4">
        <dgm:presLayoutVars>
          <dgm:bulletEnabled val="1"/>
        </dgm:presLayoutVars>
      </dgm:prSet>
      <dgm:spPr/>
    </dgm:pt>
    <dgm:pt modelId="{00AD2CC1-E211-4CFF-A9B2-67FC64D14459}" type="pres">
      <dgm:prSet presAssocID="{55984B9E-0D3F-4FAD-8385-14CE83ECD63D}" presName="parSpace" presStyleCnt="0"/>
      <dgm:spPr/>
    </dgm:pt>
    <dgm:pt modelId="{903FC15E-8A12-4ACF-90BF-441209C11D87}" type="pres">
      <dgm:prSet presAssocID="{6D71B52B-3920-4F69-82CF-D2F6B276680D}" presName="parTxOnly" presStyleLbl="node1" presStyleIdx="3" presStyleCnt="4">
        <dgm:presLayoutVars>
          <dgm:bulletEnabled val="1"/>
        </dgm:presLayoutVars>
      </dgm:prSet>
      <dgm:spPr/>
    </dgm:pt>
  </dgm:ptLst>
  <dgm:cxnLst>
    <dgm:cxn modelId="{347BB41C-FC86-4550-A2CB-D58B80B9751F}" type="presOf" srcId="{2A8D39A9-50C8-4D4F-B033-79DECE006E66}" destId="{0FFC9F85-D342-4563-A0C2-89C6B83FD375}" srcOrd="0" destOrd="0" presId="urn:microsoft.com/office/officeart/2005/8/layout/hChevron3"/>
    <dgm:cxn modelId="{92E5502B-D54D-4966-9E24-506A6D560BD2}" srcId="{1BAF38FA-668C-42FF-833B-8125D0660C5A}" destId="{6D71B52B-3920-4F69-82CF-D2F6B276680D}" srcOrd="3" destOrd="0" parTransId="{D523D338-016A-4C79-9BD8-F4C65FDC3E4A}" sibTransId="{CD4D0C60-FE61-48F8-A8F6-566EF2190D5C}"/>
    <dgm:cxn modelId="{CFE9B22D-431F-42D5-A9DD-A34070B50E6D}" srcId="{1BAF38FA-668C-42FF-833B-8125D0660C5A}" destId="{02F2DEB5-04B2-43B0-AE1F-484092092F8C}" srcOrd="0" destOrd="0" parTransId="{086CFFA7-5016-4BB1-BF31-ADB78F91B03E}" sibTransId="{98B402DD-A062-43D3-B135-4A9AE401840E}"/>
    <dgm:cxn modelId="{7E7A1337-859F-4F61-9A78-82F7E8764017}" type="presOf" srcId="{3F8A6D25-EC33-4E79-9F36-36771A974919}" destId="{927287C2-A3D7-40DA-9CC5-879018D16C6C}" srcOrd="0" destOrd="0" presId="urn:microsoft.com/office/officeart/2005/8/layout/hChevron3"/>
    <dgm:cxn modelId="{C8B7E64E-D047-4A1C-842A-C4653D06E0DB}" type="presOf" srcId="{1BAF38FA-668C-42FF-833B-8125D0660C5A}" destId="{CDD65885-70A5-408A-AD16-60B5296FD84F}" srcOrd="0" destOrd="0" presId="urn:microsoft.com/office/officeart/2005/8/layout/hChevron3"/>
    <dgm:cxn modelId="{69FDE357-9944-440F-9DEB-FDD0AD8A9BFE}" type="presOf" srcId="{6D71B52B-3920-4F69-82CF-D2F6B276680D}" destId="{903FC15E-8A12-4ACF-90BF-441209C11D87}" srcOrd="0" destOrd="0" presId="urn:microsoft.com/office/officeart/2005/8/layout/hChevron3"/>
    <dgm:cxn modelId="{2667F885-9801-44B0-94AB-28C9292F3E74}" srcId="{1BAF38FA-668C-42FF-833B-8125D0660C5A}" destId="{2A8D39A9-50C8-4D4F-B033-79DECE006E66}" srcOrd="2" destOrd="0" parTransId="{315C08A7-84C9-4B75-B41E-C170BAF53261}" sibTransId="{55984B9E-0D3F-4FAD-8385-14CE83ECD63D}"/>
    <dgm:cxn modelId="{0C42CAF2-971C-4068-B645-A373CE11E869}" srcId="{1BAF38FA-668C-42FF-833B-8125D0660C5A}" destId="{3F8A6D25-EC33-4E79-9F36-36771A974919}" srcOrd="1" destOrd="0" parTransId="{2214299D-707F-429C-A23D-9EE2F39CF74A}" sibTransId="{F5C31149-F876-40A6-9FD4-9FC1A73D7103}"/>
    <dgm:cxn modelId="{3020AFFF-29FB-4253-9067-BC7D344E83A9}" type="presOf" srcId="{02F2DEB5-04B2-43B0-AE1F-484092092F8C}" destId="{3B3B9CF9-ACCC-4AAF-B159-A5ECCE9F91FA}" srcOrd="0" destOrd="0" presId="urn:microsoft.com/office/officeart/2005/8/layout/hChevron3"/>
    <dgm:cxn modelId="{E191ADB3-48DE-4471-9D7B-B06436C72291}" type="presParOf" srcId="{CDD65885-70A5-408A-AD16-60B5296FD84F}" destId="{3B3B9CF9-ACCC-4AAF-B159-A5ECCE9F91FA}" srcOrd="0" destOrd="0" presId="urn:microsoft.com/office/officeart/2005/8/layout/hChevron3"/>
    <dgm:cxn modelId="{F6ECF3E2-766C-40B1-9FEF-D2B9A3751F52}" type="presParOf" srcId="{CDD65885-70A5-408A-AD16-60B5296FD84F}" destId="{5EA737B2-FAEA-4E29-B7AB-D4AF56C6722A}" srcOrd="1" destOrd="0" presId="urn:microsoft.com/office/officeart/2005/8/layout/hChevron3"/>
    <dgm:cxn modelId="{5F4A39DD-EE71-415A-B0B3-627A8BABEDC4}" type="presParOf" srcId="{CDD65885-70A5-408A-AD16-60B5296FD84F}" destId="{927287C2-A3D7-40DA-9CC5-879018D16C6C}" srcOrd="2" destOrd="0" presId="urn:microsoft.com/office/officeart/2005/8/layout/hChevron3"/>
    <dgm:cxn modelId="{4E7C4957-7013-4E83-83C2-B10253353E78}" type="presParOf" srcId="{CDD65885-70A5-408A-AD16-60B5296FD84F}" destId="{D7399875-5945-4082-A56B-0967B2FF1CAA}" srcOrd="3" destOrd="0" presId="urn:microsoft.com/office/officeart/2005/8/layout/hChevron3"/>
    <dgm:cxn modelId="{FB86EB6A-5434-47EA-AB12-3A0CDAB33EE4}" type="presParOf" srcId="{CDD65885-70A5-408A-AD16-60B5296FD84F}" destId="{0FFC9F85-D342-4563-A0C2-89C6B83FD375}" srcOrd="4" destOrd="0" presId="urn:microsoft.com/office/officeart/2005/8/layout/hChevron3"/>
    <dgm:cxn modelId="{78C80DD3-464A-4A52-99A1-54586C54E2F3}" type="presParOf" srcId="{CDD65885-70A5-408A-AD16-60B5296FD84F}" destId="{00AD2CC1-E211-4CFF-A9B2-67FC64D14459}" srcOrd="5" destOrd="0" presId="urn:microsoft.com/office/officeart/2005/8/layout/hChevron3"/>
    <dgm:cxn modelId="{6ACBF150-7D73-4DED-A989-4E37B02A320F}" type="presParOf" srcId="{CDD65885-70A5-408A-AD16-60B5296FD84F}" destId="{903FC15E-8A12-4ACF-90BF-441209C11D87}" srcOrd="6" destOrd="0" presId="urn:microsoft.com/office/officeart/2005/8/layout/hChevron3"/>
  </dgm:cxnLst>
  <dgm:bg/>
  <dgm:whole/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1BAF38FA-668C-42FF-833B-8125D0660C5A}" type="doc">
      <dgm:prSet loTypeId="urn:microsoft.com/office/officeart/2005/8/layout/hChevron3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2F2DEB5-04B2-43B0-AE1F-484092092F8C}">
      <dgm:prSet phldrT="[Text]" phldr="0"/>
      <dgm:spPr>
        <a:ln>
          <a:solidFill>
            <a:schemeClr val="accent6">
              <a:lumMod val="75000"/>
            </a:schemeClr>
          </a:solidFill>
        </a:ln>
      </dgm:spPr>
      <dgm:t>
        <a:bodyPr/>
        <a:lstStyle/>
        <a:p>
          <a:endParaRPr lang="en-US"/>
        </a:p>
      </dgm:t>
    </dgm:pt>
    <dgm:pt modelId="{086CFFA7-5016-4BB1-BF31-ADB78F91B03E}" type="parTrans" cxnId="{CFE9B22D-431F-42D5-A9DD-A34070B50E6D}">
      <dgm:prSet/>
      <dgm:spPr/>
      <dgm:t>
        <a:bodyPr/>
        <a:lstStyle/>
        <a:p>
          <a:endParaRPr lang="en-US"/>
        </a:p>
      </dgm:t>
    </dgm:pt>
    <dgm:pt modelId="{98B402DD-A062-43D3-B135-4A9AE401840E}" type="sibTrans" cxnId="{CFE9B22D-431F-42D5-A9DD-A34070B50E6D}">
      <dgm:prSet/>
      <dgm:spPr/>
      <dgm:t>
        <a:bodyPr/>
        <a:lstStyle/>
        <a:p>
          <a:endParaRPr lang="en-US"/>
        </a:p>
      </dgm:t>
    </dgm:pt>
    <dgm:pt modelId="{3F8A6D25-EC33-4E79-9F36-36771A974919}">
      <dgm:prSet phldrT="[Text]" phldr="0" custT="1"/>
      <dgm:spPr>
        <a:solidFill>
          <a:srgbClr val="ACD433">
            <a:hueOff val="0"/>
            <a:satOff val="0"/>
            <a:lumOff val="0"/>
            <a:alphaOff val="0"/>
          </a:srgb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gm:spPr>
      <dgm:t>
        <a:bodyPr spcFirstLastPara="0" vert="horz" wrap="square" lIns="261366" tIns="130683" rIns="65342" bIns="130683" numCol="1" spcCol="1270" anchor="ctr" anchorCtr="0"/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>
            <a:solidFill>
              <a:prstClr val="white"/>
            </a:solidFill>
            <a:latin typeface="Century Gothic" panose="020B0502020202020204"/>
            <a:ea typeface="+mn-ea"/>
            <a:cs typeface="+mn-cs"/>
          </a:endParaRPr>
        </a:p>
      </dgm:t>
    </dgm:pt>
    <dgm:pt modelId="{2214299D-707F-429C-A23D-9EE2F39CF74A}" type="parTrans" cxnId="{0C42CAF2-971C-4068-B645-A373CE11E869}">
      <dgm:prSet/>
      <dgm:spPr/>
      <dgm:t>
        <a:bodyPr/>
        <a:lstStyle/>
        <a:p>
          <a:endParaRPr lang="en-US"/>
        </a:p>
      </dgm:t>
    </dgm:pt>
    <dgm:pt modelId="{F5C31149-F876-40A6-9FD4-9FC1A73D7103}" type="sibTrans" cxnId="{0C42CAF2-971C-4068-B645-A373CE11E869}">
      <dgm:prSet/>
      <dgm:spPr/>
      <dgm:t>
        <a:bodyPr/>
        <a:lstStyle/>
        <a:p>
          <a:endParaRPr lang="en-US"/>
        </a:p>
      </dgm:t>
    </dgm:pt>
    <dgm:pt modelId="{2A8D39A9-50C8-4D4F-B033-79DECE006E66}">
      <dgm:prSet phldrT="[Text]" phldr="0"/>
      <dgm:spPr>
        <a:solidFill>
          <a:schemeClr val="tx1">
            <a:lumMod val="95000"/>
          </a:schemeClr>
        </a:solidFill>
        <a:ln>
          <a:solidFill>
            <a:schemeClr val="accent6">
              <a:lumMod val="75000"/>
            </a:schemeClr>
          </a:solidFill>
        </a:ln>
      </dgm:spPr>
      <dgm:t>
        <a:bodyPr/>
        <a:lstStyle/>
        <a:p>
          <a:endParaRPr lang="en-US" dirty="0"/>
        </a:p>
      </dgm:t>
    </dgm:pt>
    <dgm:pt modelId="{315C08A7-84C9-4B75-B41E-C170BAF53261}" type="parTrans" cxnId="{2667F885-9801-44B0-94AB-28C9292F3E74}">
      <dgm:prSet/>
      <dgm:spPr/>
      <dgm:t>
        <a:bodyPr/>
        <a:lstStyle/>
        <a:p>
          <a:endParaRPr lang="en-US"/>
        </a:p>
      </dgm:t>
    </dgm:pt>
    <dgm:pt modelId="{55984B9E-0D3F-4FAD-8385-14CE83ECD63D}" type="sibTrans" cxnId="{2667F885-9801-44B0-94AB-28C9292F3E74}">
      <dgm:prSet/>
      <dgm:spPr/>
      <dgm:t>
        <a:bodyPr/>
        <a:lstStyle/>
        <a:p>
          <a:endParaRPr lang="en-US"/>
        </a:p>
      </dgm:t>
    </dgm:pt>
    <dgm:pt modelId="{6D71B52B-3920-4F69-82CF-D2F6B276680D}">
      <dgm:prSet phldrT="[Text]" phldr="0"/>
      <dgm:spPr>
        <a:solidFill>
          <a:schemeClr val="tx1">
            <a:lumMod val="95000"/>
          </a:schemeClr>
        </a:solidFill>
        <a:ln>
          <a:solidFill>
            <a:schemeClr val="accent6">
              <a:lumMod val="75000"/>
            </a:schemeClr>
          </a:solidFill>
        </a:ln>
      </dgm:spPr>
      <dgm:t>
        <a:bodyPr/>
        <a:lstStyle/>
        <a:p>
          <a:endParaRPr lang="en-US" dirty="0"/>
        </a:p>
      </dgm:t>
    </dgm:pt>
    <dgm:pt modelId="{D523D338-016A-4C79-9BD8-F4C65FDC3E4A}" type="parTrans" cxnId="{92E5502B-D54D-4966-9E24-506A6D560BD2}">
      <dgm:prSet/>
      <dgm:spPr/>
      <dgm:t>
        <a:bodyPr/>
        <a:lstStyle/>
        <a:p>
          <a:endParaRPr lang="en-US"/>
        </a:p>
      </dgm:t>
    </dgm:pt>
    <dgm:pt modelId="{CD4D0C60-FE61-48F8-A8F6-566EF2190D5C}" type="sibTrans" cxnId="{92E5502B-D54D-4966-9E24-506A6D560BD2}">
      <dgm:prSet/>
      <dgm:spPr/>
      <dgm:t>
        <a:bodyPr/>
        <a:lstStyle/>
        <a:p>
          <a:endParaRPr lang="en-US"/>
        </a:p>
      </dgm:t>
    </dgm:pt>
    <dgm:pt modelId="{CDD65885-70A5-408A-AD16-60B5296FD84F}" type="pres">
      <dgm:prSet presAssocID="{1BAF38FA-668C-42FF-833B-8125D0660C5A}" presName="Name0" presStyleCnt="0">
        <dgm:presLayoutVars>
          <dgm:dir/>
          <dgm:resizeHandles val="exact"/>
        </dgm:presLayoutVars>
      </dgm:prSet>
      <dgm:spPr/>
    </dgm:pt>
    <dgm:pt modelId="{3B3B9CF9-ACCC-4AAF-B159-A5ECCE9F91FA}" type="pres">
      <dgm:prSet presAssocID="{02F2DEB5-04B2-43B0-AE1F-484092092F8C}" presName="parTxOnly" presStyleLbl="node1" presStyleIdx="0" presStyleCnt="4">
        <dgm:presLayoutVars>
          <dgm:bulletEnabled val="1"/>
        </dgm:presLayoutVars>
      </dgm:prSet>
      <dgm:spPr/>
    </dgm:pt>
    <dgm:pt modelId="{5EA737B2-FAEA-4E29-B7AB-D4AF56C6722A}" type="pres">
      <dgm:prSet presAssocID="{98B402DD-A062-43D3-B135-4A9AE401840E}" presName="parSpace" presStyleCnt="0"/>
      <dgm:spPr/>
    </dgm:pt>
    <dgm:pt modelId="{927287C2-A3D7-40DA-9CC5-879018D16C6C}" type="pres">
      <dgm:prSet presAssocID="{3F8A6D25-EC33-4E79-9F36-36771A974919}" presName="parTxOnly" presStyleLbl="node1" presStyleIdx="1" presStyleCnt="4">
        <dgm:presLayoutVars>
          <dgm:bulletEnabled val="1"/>
        </dgm:presLayoutVars>
      </dgm:prSet>
      <dgm:spPr>
        <a:xfrm>
          <a:off x="1913731" y="226207"/>
          <a:ext cx="2389187" cy="955675"/>
        </a:xfrm>
        <a:prstGeom prst="chevron">
          <a:avLst/>
        </a:prstGeom>
      </dgm:spPr>
    </dgm:pt>
    <dgm:pt modelId="{D7399875-5945-4082-A56B-0967B2FF1CAA}" type="pres">
      <dgm:prSet presAssocID="{F5C31149-F876-40A6-9FD4-9FC1A73D7103}" presName="parSpace" presStyleCnt="0"/>
      <dgm:spPr/>
    </dgm:pt>
    <dgm:pt modelId="{0FFC9F85-D342-4563-A0C2-89C6B83FD375}" type="pres">
      <dgm:prSet presAssocID="{2A8D39A9-50C8-4D4F-B033-79DECE006E66}" presName="parTxOnly" presStyleLbl="node1" presStyleIdx="2" presStyleCnt="4">
        <dgm:presLayoutVars>
          <dgm:bulletEnabled val="1"/>
        </dgm:presLayoutVars>
      </dgm:prSet>
      <dgm:spPr/>
    </dgm:pt>
    <dgm:pt modelId="{00AD2CC1-E211-4CFF-A9B2-67FC64D14459}" type="pres">
      <dgm:prSet presAssocID="{55984B9E-0D3F-4FAD-8385-14CE83ECD63D}" presName="parSpace" presStyleCnt="0"/>
      <dgm:spPr/>
    </dgm:pt>
    <dgm:pt modelId="{903FC15E-8A12-4ACF-90BF-441209C11D87}" type="pres">
      <dgm:prSet presAssocID="{6D71B52B-3920-4F69-82CF-D2F6B276680D}" presName="parTxOnly" presStyleLbl="node1" presStyleIdx="3" presStyleCnt="4">
        <dgm:presLayoutVars>
          <dgm:bulletEnabled val="1"/>
        </dgm:presLayoutVars>
      </dgm:prSet>
      <dgm:spPr/>
    </dgm:pt>
  </dgm:ptLst>
  <dgm:cxnLst>
    <dgm:cxn modelId="{347BB41C-FC86-4550-A2CB-D58B80B9751F}" type="presOf" srcId="{2A8D39A9-50C8-4D4F-B033-79DECE006E66}" destId="{0FFC9F85-D342-4563-A0C2-89C6B83FD375}" srcOrd="0" destOrd="0" presId="urn:microsoft.com/office/officeart/2005/8/layout/hChevron3"/>
    <dgm:cxn modelId="{92E5502B-D54D-4966-9E24-506A6D560BD2}" srcId="{1BAF38FA-668C-42FF-833B-8125D0660C5A}" destId="{6D71B52B-3920-4F69-82CF-D2F6B276680D}" srcOrd="3" destOrd="0" parTransId="{D523D338-016A-4C79-9BD8-F4C65FDC3E4A}" sibTransId="{CD4D0C60-FE61-48F8-A8F6-566EF2190D5C}"/>
    <dgm:cxn modelId="{CFE9B22D-431F-42D5-A9DD-A34070B50E6D}" srcId="{1BAF38FA-668C-42FF-833B-8125D0660C5A}" destId="{02F2DEB5-04B2-43B0-AE1F-484092092F8C}" srcOrd="0" destOrd="0" parTransId="{086CFFA7-5016-4BB1-BF31-ADB78F91B03E}" sibTransId="{98B402DD-A062-43D3-B135-4A9AE401840E}"/>
    <dgm:cxn modelId="{7E7A1337-859F-4F61-9A78-82F7E8764017}" type="presOf" srcId="{3F8A6D25-EC33-4E79-9F36-36771A974919}" destId="{927287C2-A3D7-40DA-9CC5-879018D16C6C}" srcOrd="0" destOrd="0" presId="urn:microsoft.com/office/officeart/2005/8/layout/hChevron3"/>
    <dgm:cxn modelId="{C8B7E64E-D047-4A1C-842A-C4653D06E0DB}" type="presOf" srcId="{1BAF38FA-668C-42FF-833B-8125D0660C5A}" destId="{CDD65885-70A5-408A-AD16-60B5296FD84F}" srcOrd="0" destOrd="0" presId="urn:microsoft.com/office/officeart/2005/8/layout/hChevron3"/>
    <dgm:cxn modelId="{69FDE357-9944-440F-9DEB-FDD0AD8A9BFE}" type="presOf" srcId="{6D71B52B-3920-4F69-82CF-D2F6B276680D}" destId="{903FC15E-8A12-4ACF-90BF-441209C11D87}" srcOrd="0" destOrd="0" presId="urn:microsoft.com/office/officeart/2005/8/layout/hChevron3"/>
    <dgm:cxn modelId="{2667F885-9801-44B0-94AB-28C9292F3E74}" srcId="{1BAF38FA-668C-42FF-833B-8125D0660C5A}" destId="{2A8D39A9-50C8-4D4F-B033-79DECE006E66}" srcOrd="2" destOrd="0" parTransId="{315C08A7-84C9-4B75-B41E-C170BAF53261}" sibTransId="{55984B9E-0D3F-4FAD-8385-14CE83ECD63D}"/>
    <dgm:cxn modelId="{0C42CAF2-971C-4068-B645-A373CE11E869}" srcId="{1BAF38FA-668C-42FF-833B-8125D0660C5A}" destId="{3F8A6D25-EC33-4E79-9F36-36771A974919}" srcOrd="1" destOrd="0" parTransId="{2214299D-707F-429C-A23D-9EE2F39CF74A}" sibTransId="{F5C31149-F876-40A6-9FD4-9FC1A73D7103}"/>
    <dgm:cxn modelId="{3020AFFF-29FB-4253-9067-BC7D344E83A9}" type="presOf" srcId="{02F2DEB5-04B2-43B0-AE1F-484092092F8C}" destId="{3B3B9CF9-ACCC-4AAF-B159-A5ECCE9F91FA}" srcOrd="0" destOrd="0" presId="urn:microsoft.com/office/officeart/2005/8/layout/hChevron3"/>
    <dgm:cxn modelId="{E191ADB3-48DE-4471-9D7B-B06436C72291}" type="presParOf" srcId="{CDD65885-70A5-408A-AD16-60B5296FD84F}" destId="{3B3B9CF9-ACCC-4AAF-B159-A5ECCE9F91FA}" srcOrd="0" destOrd="0" presId="urn:microsoft.com/office/officeart/2005/8/layout/hChevron3"/>
    <dgm:cxn modelId="{F6ECF3E2-766C-40B1-9FEF-D2B9A3751F52}" type="presParOf" srcId="{CDD65885-70A5-408A-AD16-60B5296FD84F}" destId="{5EA737B2-FAEA-4E29-B7AB-D4AF56C6722A}" srcOrd="1" destOrd="0" presId="urn:microsoft.com/office/officeart/2005/8/layout/hChevron3"/>
    <dgm:cxn modelId="{5F4A39DD-EE71-415A-B0B3-627A8BABEDC4}" type="presParOf" srcId="{CDD65885-70A5-408A-AD16-60B5296FD84F}" destId="{927287C2-A3D7-40DA-9CC5-879018D16C6C}" srcOrd="2" destOrd="0" presId="urn:microsoft.com/office/officeart/2005/8/layout/hChevron3"/>
    <dgm:cxn modelId="{4E7C4957-7013-4E83-83C2-B10253353E78}" type="presParOf" srcId="{CDD65885-70A5-408A-AD16-60B5296FD84F}" destId="{D7399875-5945-4082-A56B-0967B2FF1CAA}" srcOrd="3" destOrd="0" presId="urn:microsoft.com/office/officeart/2005/8/layout/hChevron3"/>
    <dgm:cxn modelId="{FB86EB6A-5434-47EA-AB12-3A0CDAB33EE4}" type="presParOf" srcId="{CDD65885-70A5-408A-AD16-60B5296FD84F}" destId="{0FFC9F85-D342-4563-A0C2-89C6B83FD375}" srcOrd="4" destOrd="0" presId="urn:microsoft.com/office/officeart/2005/8/layout/hChevron3"/>
    <dgm:cxn modelId="{78C80DD3-464A-4A52-99A1-54586C54E2F3}" type="presParOf" srcId="{CDD65885-70A5-408A-AD16-60B5296FD84F}" destId="{00AD2CC1-E211-4CFF-A9B2-67FC64D14459}" srcOrd="5" destOrd="0" presId="urn:microsoft.com/office/officeart/2005/8/layout/hChevron3"/>
    <dgm:cxn modelId="{6ACBF150-7D73-4DED-A989-4E37B02A320F}" type="presParOf" srcId="{CDD65885-70A5-408A-AD16-60B5296FD84F}" destId="{903FC15E-8A12-4ACF-90BF-441209C11D87}" srcOrd="6" destOrd="0" presId="urn:microsoft.com/office/officeart/2005/8/layout/hChevron3"/>
  </dgm:cxnLst>
  <dgm:bg/>
  <dgm:whole>
    <a:ln>
      <a:noFill/>
    </a:ln>
  </dgm:whole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1BAF38FA-668C-42FF-833B-8125D0660C5A}" type="doc">
      <dgm:prSet loTypeId="urn:microsoft.com/office/officeart/2005/8/layout/hChevron3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2F2DEB5-04B2-43B0-AE1F-484092092F8C}">
      <dgm:prSet phldrT="[Text]" phldr="0"/>
      <dgm:spPr>
        <a:ln>
          <a:solidFill>
            <a:schemeClr val="accent6">
              <a:lumMod val="75000"/>
            </a:schemeClr>
          </a:solidFill>
        </a:ln>
      </dgm:spPr>
      <dgm:t>
        <a:bodyPr/>
        <a:lstStyle/>
        <a:p>
          <a:endParaRPr lang="en-US"/>
        </a:p>
      </dgm:t>
    </dgm:pt>
    <dgm:pt modelId="{086CFFA7-5016-4BB1-BF31-ADB78F91B03E}" type="parTrans" cxnId="{CFE9B22D-431F-42D5-A9DD-A34070B50E6D}">
      <dgm:prSet/>
      <dgm:spPr/>
      <dgm:t>
        <a:bodyPr/>
        <a:lstStyle/>
        <a:p>
          <a:endParaRPr lang="en-US"/>
        </a:p>
      </dgm:t>
    </dgm:pt>
    <dgm:pt modelId="{98B402DD-A062-43D3-B135-4A9AE401840E}" type="sibTrans" cxnId="{CFE9B22D-431F-42D5-A9DD-A34070B50E6D}">
      <dgm:prSet/>
      <dgm:spPr/>
      <dgm:t>
        <a:bodyPr/>
        <a:lstStyle/>
        <a:p>
          <a:endParaRPr lang="en-US"/>
        </a:p>
      </dgm:t>
    </dgm:pt>
    <dgm:pt modelId="{3F8A6D25-EC33-4E79-9F36-36771A974919}">
      <dgm:prSet phldrT="[Text]" phldr="0" custT="1"/>
      <dgm:spPr>
        <a:solidFill>
          <a:srgbClr val="ACD433">
            <a:hueOff val="0"/>
            <a:satOff val="0"/>
            <a:lumOff val="0"/>
            <a:alphaOff val="0"/>
          </a:srgb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gm:spPr>
      <dgm:t>
        <a:bodyPr spcFirstLastPara="0" vert="horz" wrap="square" lIns="261366" tIns="130683" rIns="65342" bIns="130683" numCol="1" spcCol="1270" anchor="ctr" anchorCtr="0"/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>
            <a:solidFill>
              <a:prstClr val="white"/>
            </a:solidFill>
            <a:latin typeface="Century Gothic" panose="020B0502020202020204"/>
            <a:ea typeface="+mn-ea"/>
            <a:cs typeface="+mn-cs"/>
          </a:endParaRPr>
        </a:p>
      </dgm:t>
    </dgm:pt>
    <dgm:pt modelId="{2214299D-707F-429C-A23D-9EE2F39CF74A}" type="parTrans" cxnId="{0C42CAF2-971C-4068-B645-A373CE11E869}">
      <dgm:prSet/>
      <dgm:spPr/>
      <dgm:t>
        <a:bodyPr/>
        <a:lstStyle/>
        <a:p>
          <a:endParaRPr lang="en-US"/>
        </a:p>
      </dgm:t>
    </dgm:pt>
    <dgm:pt modelId="{F5C31149-F876-40A6-9FD4-9FC1A73D7103}" type="sibTrans" cxnId="{0C42CAF2-971C-4068-B645-A373CE11E869}">
      <dgm:prSet/>
      <dgm:spPr/>
      <dgm:t>
        <a:bodyPr/>
        <a:lstStyle/>
        <a:p>
          <a:endParaRPr lang="en-US"/>
        </a:p>
      </dgm:t>
    </dgm:pt>
    <dgm:pt modelId="{2A8D39A9-50C8-4D4F-B033-79DECE006E66}">
      <dgm:prSet phldrT="[Text]" phldr="0"/>
      <dgm:spPr>
        <a:solidFill>
          <a:schemeClr val="tx1">
            <a:lumMod val="95000"/>
          </a:schemeClr>
        </a:solidFill>
        <a:ln>
          <a:solidFill>
            <a:schemeClr val="accent6">
              <a:lumMod val="75000"/>
            </a:schemeClr>
          </a:solidFill>
        </a:ln>
      </dgm:spPr>
      <dgm:t>
        <a:bodyPr/>
        <a:lstStyle/>
        <a:p>
          <a:endParaRPr lang="en-US" dirty="0"/>
        </a:p>
      </dgm:t>
    </dgm:pt>
    <dgm:pt modelId="{315C08A7-84C9-4B75-B41E-C170BAF53261}" type="parTrans" cxnId="{2667F885-9801-44B0-94AB-28C9292F3E74}">
      <dgm:prSet/>
      <dgm:spPr/>
      <dgm:t>
        <a:bodyPr/>
        <a:lstStyle/>
        <a:p>
          <a:endParaRPr lang="en-US"/>
        </a:p>
      </dgm:t>
    </dgm:pt>
    <dgm:pt modelId="{55984B9E-0D3F-4FAD-8385-14CE83ECD63D}" type="sibTrans" cxnId="{2667F885-9801-44B0-94AB-28C9292F3E74}">
      <dgm:prSet/>
      <dgm:spPr/>
      <dgm:t>
        <a:bodyPr/>
        <a:lstStyle/>
        <a:p>
          <a:endParaRPr lang="en-US"/>
        </a:p>
      </dgm:t>
    </dgm:pt>
    <dgm:pt modelId="{6D71B52B-3920-4F69-82CF-D2F6B276680D}">
      <dgm:prSet phldrT="[Text]" phldr="0"/>
      <dgm:spPr>
        <a:solidFill>
          <a:schemeClr val="tx1">
            <a:lumMod val="95000"/>
          </a:schemeClr>
        </a:solidFill>
        <a:ln>
          <a:solidFill>
            <a:schemeClr val="accent6">
              <a:lumMod val="75000"/>
            </a:schemeClr>
          </a:solidFill>
        </a:ln>
      </dgm:spPr>
      <dgm:t>
        <a:bodyPr/>
        <a:lstStyle/>
        <a:p>
          <a:endParaRPr lang="en-US" dirty="0"/>
        </a:p>
      </dgm:t>
    </dgm:pt>
    <dgm:pt modelId="{D523D338-016A-4C79-9BD8-F4C65FDC3E4A}" type="parTrans" cxnId="{92E5502B-D54D-4966-9E24-506A6D560BD2}">
      <dgm:prSet/>
      <dgm:spPr/>
      <dgm:t>
        <a:bodyPr/>
        <a:lstStyle/>
        <a:p>
          <a:endParaRPr lang="en-US"/>
        </a:p>
      </dgm:t>
    </dgm:pt>
    <dgm:pt modelId="{CD4D0C60-FE61-48F8-A8F6-566EF2190D5C}" type="sibTrans" cxnId="{92E5502B-D54D-4966-9E24-506A6D560BD2}">
      <dgm:prSet/>
      <dgm:spPr/>
      <dgm:t>
        <a:bodyPr/>
        <a:lstStyle/>
        <a:p>
          <a:endParaRPr lang="en-US"/>
        </a:p>
      </dgm:t>
    </dgm:pt>
    <dgm:pt modelId="{CDD65885-70A5-408A-AD16-60B5296FD84F}" type="pres">
      <dgm:prSet presAssocID="{1BAF38FA-668C-42FF-833B-8125D0660C5A}" presName="Name0" presStyleCnt="0">
        <dgm:presLayoutVars>
          <dgm:dir/>
          <dgm:resizeHandles val="exact"/>
        </dgm:presLayoutVars>
      </dgm:prSet>
      <dgm:spPr/>
    </dgm:pt>
    <dgm:pt modelId="{3B3B9CF9-ACCC-4AAF-B159-A5ECCE9F91FA}" type="pres">
      <dgm:prSet presAssocID="{02F2DEB5-04B2-43B0-AE1F-484092092F8C}" presName="parTxOnly" presStyleLbl="node1" presStyleIdx="0" presStyleCnt="4">
        <dgm:presLayoutVars>
          <dgm:bulletEnabled val="1"/>
        </dgm:presLayoutVars>
      </dgm:prSet>
      <dgm:spPr/>
    </dgm:pt>
    <dgm:pt modelId="{5EA737B2-FAEA-4E29-B7AB-D4AF56C6722A}" type="pres">
      <dgm:prSet presAssocID="{98B402DD-A062-43D3-B135-4A9AE401840E}" presName="parSpace" presStyleCnt="0"/>
      <dgm:spPr/>
    </dgm:pt>
    <dgm:pt modelId="{927287C2-A3D7-40DA-9CC5-879018D16C6C}" type="pres">
      <dgm:prSet presAssocID="{3F8A6D25-EC33-4E79-9F36-36771A974919}" presName="parTxOnly" presStyleLbl="node1" presStyleIdx="1" presStyleCnt="4">
        <dgm:presLayoutVars>
          <dgm:bulletEnabled val="1"/>
        </dgm:presLayoutVars>
      </dgm:prSet>
      <dgm:spPr>
        <a:xfrm>
          <a:off x="1913731" y="226207"/>
          <a:ext cx="2389187" cy="955675"/>
        </a:xfrm>
        <a:prstGeom prst="chevron">
          <a:avLst/>
        </a:prstGeom>
      </dgm:spPr>
    </dgm:pt>
    <dgm:pt modelId="{D7399875-5945-4082-A56B-0967B2FF1CAA}" type="pres">
      <dgm:prSet presAssocID="{F5C31149-F876-40A6-9FD4-9FC1A73D7103}" presName="parSpace" presStyleCnt="0"/>
      <dgm:spPr/>
    </dgm:pt>
    <dgm:pt modelId="{0FFC9F85-D342-4563-A0C2-89C6B83FD375}" type="pres">
      <dgm:prSet presAssocID="{2A8D39A9-50C8-4D4F-B033-79DECE006E66}" presName="parTxOnly" presStyleLbl="node1" presStyleIdx="2" presStyleCnt="4">
        <dgm:presLayoutVars>
          <dgm:bulletEnabled val="1"/>
        </dgm:presLayoutVars>
      </dgm:prSet>
      <dgm:spPr/>
    </dgm:pt>
    <dgm:pt modelId="{00AD2CC1-E211-4CFF-A9B2-67FC64D14459}" type="pres">
      <dgm:prSet presAssocID="{55984B9E-0D3F-4FAD-8385-14CE83ECD63D}" presName="parSpace" presStyleCnt="0"/>
      <dgm:spPr/>
    </dgm:pt>
    <dgm:pt modelId="{903FC15E-8A12-4ACF-90BF-441209C11D87}" type="pres">
      <dgm:prSet presAssocID="{6D71B52B-3920-4F69-82CF-D2F6B276680D}" presName="parTxOnly" presStyleLbl="node1" presStyleIdx="3" presStyleCnt="4">
        <dgm:presLayoutVars>
          <dgm:bulletEnabled val="1"/>
        </dgm:presLayoutVars>
      </dgm:prSet>
      <dgm:spPr/>
    </dgm:pt>
  </dgm:ptLst>
  <dgm:cxnLst>
    <dgm:cxn modelId="{347BB41C-FC86-4550-A2CB-D58B80B9751F}" type="presOf" srcId="{2A8D39A9-50C8-4D4F-B033-79DECE006E66}" destId="{0FFC9F85-D342-4563-A0C2-89C6B83FD375}" srcOrd="0" destOrd="0" presId="urn:microsoft.com/office/officeart/2005/8/layout/hChevron3"/>
    <dgm:cxn modelId="{92E5502B-D54D-4966-9E24-506A6D560BD2}" srcId="{1BAF38FA-668C-42FF-833B-8125D0660C5A}" destId="{6D71B52B-3920-4F69-82CF-D2F6B276680D}" srcOrd="3" destOrd="0" parTransId="{D523D338-016A-4C79-9BD8-F4C65FDC3E4A}" sibTransId="{CD4D0C60-FE61-48F8-A8F6-566EF2190D5C}"/>
    <dgm:cxn modelId="{CFE9B22D-431F-42D5-A9DD-A34070B50E6D}" srcId="{1BAF38FA-668C-42FF-833B-8125D0660C5A}" destId="{02F2DEB5-04B2-43B0-AE1F-484092092F8C}" srcOrd="0" destOrd="0" parTransId="{086CFFA7-5016-4BB1-BF31-ADB78F91B03E}" sibTransId="{98B402DD-A062-43D3-B135-4A9AE401840E}"/>
    <dgm:cxn modelId="{7E7A1337-859F-4F61-9A78-82F7E8764017}" type="presOf" srcId="{3F8A6D25-EC33-4E79-9F36-36771A974919}" destId="{927287C2-A3D7-40DA-9CC5-879018D16C6C}" srcOrd="0" destOrd="0" presId="urn:microsoft.com/office/officeart/2005/8/layout/hChevron3"/>
    <dgm:cxn modelId="{C8B7E64E-D047-4A1C-842A-C4653D06E0DB}" type="presOf" srcId="{1BAF38FA-668C-42FF-833B-8125D0660C5A}" destId="{CDD65885-70A5-408A-AD16-60B5296FD84F}" srcOrd="0" destOrd="0" presId="urn:microsoft.com/office/officeart/2005/8/layout/hChevron3"/>
    <dgm:cxn modelId="{69FDE357-9944-440F-9DEB-FDD0AD8A9BFE}" type="presOf" srcId="{6D71B52B-3920-4F69-82CF-D2F6B276680D}" destId="{903FC15E-8A12-4ACF-90BF-441209C11D87}" srcOrd="0" destOrd="0" presId="urn:microsoft.com/office/officeart/2005/8/layout/hChevron3"/>
    <dgm:cxn modelId="{2667F885-9801-44B0-94AB-28C9292F3E74}" srcId="{1BAF38FA-668C-42FF-833B-8125D0660C5A}" destId="{2A8D39A9-50C8-4D4F-B033-79DECE006E66}" srcOrd="2" destOrd="0" parTransId="{315C08A7-84C9-4B75-B41E-C170BAF53261}" sibTransId="{55984B9E-0D3F-4FAD-8385-14CE83ECD63D}"/>
    <dgm:cxn modelId="{0C42CAF2-971C-4068-B645-A373CE11E869}" srcId="{1BAF38FA-668C-42FF-833B-8125D0660C5A}" destId="{3F8A6D25-EC33-4E79-9F36-36771A974919}" srcOrd="1" destOrd="0" parTransId="{2214299D-707F-429C-A23D-9EE2F39CF74A}" sibTransId="{F5C31149-F876-40A6-9FD4-9FC1A73D7103}"/>
    <dgm:cxn modelId="{3020AFFF-29FB-4253-9067-BC7D344E83A9}" type="presOf" srcId="{02F2DEB5-04B2-43B0-AE1F-484092092F8C}" destId="{3B3B9CF9-ACCC-4AAF-B159-A5ECCE9F91FA}" srcOrd="0" destOrd="0" presId="urn:microsoft.com/office/officeart/2005/8/layout/hChevron3"/>
    <dgm:cxn modelId="{E191ADB3-48DE-4471-9D7B-B06436C72291}" type="presParOf" srcId="{CDD65885-70A5-408A-AD16-60B5296FD84F}" destId="{3B3B9CF9-ACCC-4AAF-B159-A5ECCE9F91FA}" srcOrd="0" destOrd="0" presId="urn:microsoft.com/office/officeart/2005/8/layout/hChevron3"/>
    <dgm:cxn modelId="{F6ECF3E2-766C-40B1-9FEF-D2B9A3751F52}" type="presParOf" srcId="{CDD65885-70A5-408A-AD16-60B5296FD84F}" destId="{5EA737B2-FAEA-4E29-B7AB-D4AF56C6722A}" srcOrd="1" destOrd="0" presId="urn:microsoft.com/office/officeart/2005/8/layout/hChevron3"/>
    <dgm:cxn modelId="{5F4A39DD-EE71-415A-B0B3-627A8BABEDC4}" type="presParOf" srcId="{CDD65885-70A5-408A-AD16-60B5296FD84F}" destId="{927287C2-A3D7-40DA-9CC5-879018D16C6C}" srcOrd="2" destOrd="0" presId="urn:microsoft.com/office/officeart/2005/8/layout/hChevron3"/>
    <dgm:cxn modelId="{4E7C4957-7013-4E83-83C2-B10253353E78}" type="presParOf" srcId="{CDD65885-70A5-408A-AD16-60B5296FD84F}" destId="{D7399875-5945-4082-A56B-0967B2FF1CAA}" srcOrd="3" destOrd="0" presId="urn:microsoft.com/office/officeart/2005/8/layout/hChevron3"/>
    <dgm:cxn modelId="{FB86EB6A-5434-47EA-AB12-3A0CDAB33EE4}" type="presParOf" srcId="{CDD65885-70A5-408A-AD16-60B5296FD84F}" destId="{0FFC9F85-D342-4563-A0C2-89C6B83FD375}" srcOrd="4" destOrd="0" presId="urn:microsoft.com/office/officeart/2005/8/layout/hChevron3"/>
    <dgm:cxn modelId="{78C80DD3-464A-4A52-99A1-54586C54E2F3}" type="presParOf" srcId="{CDD65885-70A5-408A-AD16-60B5296FD84F}" destId="{00AD2CC1-E211-4CFF-A9B2-67FC64D14459}" srcOrd="5" destOrd="0" presId="urn:microsoft.com/office/officeart/2005/8/layout/hChevron3"/>
    <dgm:cxn modelId="{6ACBF150-7D73-4DED-A989-4E37B02A320F}" type="presParOf" srcId="{CDD65885-70A5-408A-AD16-60B5296FD84F}" destId="{903FC15E-8A12-4ACF-90BF-441209C11D87}" srcOrd="6" destOrd="0" presId="urn:microsoft.com/office/officeart/2005/8/layout/hChevron3"/>
  </dgm:cxnLst>
  <dgm:bg/>
  <dgm:whole>
    <a:ln>
      <a:noFill/>
    </a:ln>
  </dgm:whole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B3B9CF9-ACCC-4AAF-B159-A5ECCE9F91FA}">
      <dsp:nvSpPr>
        <dsp:cNvPr id="0" name=""/>
        <dsp:cNvSpPr/>
      </dsp:nvSpPr>
      <dsp:spPr>
        <a:xfrm>
          <a:off x="3218" y="431693"/>
          <a:ext cx="3229188" cy="1291675"/>
        </a:xfrm>
        <a:prstGeom prst="homePlat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8000"/>
                <a:lumMod val="114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0688" tIns="85344" rIns="42672" bIns="85344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>
              <a:solidFill>
                <a:srgbClr val="00B050"/>
              </a:solidFill>
              <a:effectLst/>
            </a:rPr>
            <a:t>React Foundations</a:t>
          </a:r>
          <a:endParaRPr lang="en-US" sz="3200" b="1" kern="1200" dirty="0">
            <a:solidFill>
              <a:srgbClr val="00B050"/>
            </a:solidFill>
            <a:effectLst/>
          </a:endParaRPr>
        </a:p>
      </dsp:txBody>
      <dsp:txXfrm>
        <a:off x="3218" y="431693"/>
        <a:ext cx="2906269" cy="1291675"/>
      </dsp:txXfrm>
    </dsp:sp>
    <dsp:sp modelId="{927287C2-A3D7-40DA-9CC5-879018D16C6C}">
      <dsp:nvSpPr>
        <dsp:cNvPr id="0" name=""/>
        <dsp:cNvSpPr/>
      </dsp:nvSpPr>
      <dsp:spPr>
        <a:xfrm>
          <a:off x="2586569" y="431693"/>
          <a:ext cx="3229188" cy="1291675"/>
        </a:xfrm>
        <a:prstGeom prst="chevron">
          <a:avLst/>
        </a:prstGeom>
        <a:gradFill rotWithShape="0">
          <a:gsLst>
            <a:gs pos="0">
              <a:srgbClr val="ACD433">
                <a:hueOff val="0"/>
                <a:satOff val="0"/>
                <a:lumOff val="0"/>
                <a:alphaOff val="0"/>
                <a:tint val="98000"/>
                <a:lumMod val="114000"/>
              </a:srgbClr>
            </a:gs>
            <a:gs pos="100000">
              <a:srgbClr val="ACD433">
                <a:hueOff val="0"/>
                <a:satOff val="0"/>
                <a:lumOff val="0"/>
                <a:alphaOff val="0"/>
                <a:shade val="90000"/>
                <a:lumMod val="84000"/>
              </a:srgb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0688" tIns="85344" rIns="42672" bIns="85344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>
              <a:solidFill>
                <a:srgbClr val="00B050"/>
              </a:solidFill>
              <a:effectLst/>
              <a:latin typeface="Century Gothic" panose="020B0502020202020204"/>
              <a:ea typeface="+mn-ea"/>
              <a:cs typeface="+mn-cs"/>
            </a:rPr>
            <a:t>App Router</a:t>
          </a:r>
          <a:endParaRPr lang="en-US" sz="3200" b="1" kern="1200" dirty="0">
            <a:solidFill>
              <a:srgbClr val="00B050"/>
            </a:solidFill>
            <a:effectLst/>
            <a:latin typeface="Century Gothic" panose="020B0502020202020204"/>
            <a:ea typeface="+mn-ea"/>
            <a:cs typeface="+mn-cs"/>
          </a:endParaRPr>
        </a:p>
      </dsp:txBody>
      <dsp:txXfrm>
        <a:off x="3232407" y="431693"/>
        <a:ext cx="1937513" cy="1291675"/>
      </dsp:txXfrm>
    </dsp:sp>
    <dsp:sp modelId="{0FFC9F85-D342-4563-A0C2-89C6B83FD375}">
      <dsp:nvSpPr>
        <dsp:cNvPr id="0" name=""/>
        <dsp:cNvSpPr/>
      </dsp:nvSpPr>
      <dsp:spPr>
        <a:xfrm>
          <a:off x="5169919" y="431693"/>
          <a:ext cx="3229188" cy="1291675"/>
        </a:xfrm>
        <a:prstGeom prst="chevron">
          <a:avLst/>
        </a:prstGeom>
        <a:solidFill>
          <a:schemeClr val="tx1">
            <a:lumMod val="85000"/>
          </a:schemeClr>
        </a:soli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8016" tIns="85344" rIns="42672" bIns="85344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>
              <a:solidFill>
                <a:srgbClr val="00B050"/>
              </a:solidFill>
              <a:effectLst/>
            </a:rPr>
            <a:t>Pages Router</a:t>
          </a:r>
          <a:endParaRPr lang="en-US" sz="3200" b="1" kern="1200" dirty="0">
            <a:solidFill>
              <a:srgbClr val="00B050"/>
            </a:solidFill>
            <a:effectLst/>
          </a:endParaRPr>
        </a:p>
      </dsp:txBody>
      <dsp:txXfrm>
        <a:off x="5815757" y="431693"/>
        <a:ext cx="1937513" cy="1291675"/>
      </dsp:txXfrm>
    </dsp:sp>
    <dsp:sp modelId="{903FC15E-8A12-4ACF-90BF-441209C11D87}">
      <dsp:nvSpPr>
        <dsp:cNvPr id="0" name=""/>
        <dsp:cNvSpPr/>
      </dsp:nvSpPr>
      <dsp:spPr>
        <a:xfrm>
          <a:off x="7753270" y="431693"/>
          <a:ext cx="3229188" cy="1291675"/>
        </a:xfrm>
        <a:prstGeom prst="chevron">
          <a:avLst/>
        </a:prstGeom>
        <a:solidFill>
          <a:schemeClr val="tx1">
            <a:lumMod val="85000"/>
          </a:schemeClr>
        </a:soli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8016" tIns="85344" rIns="42672" bIns="85344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 dirty="0">
              <a:solidFill>
                <a:srgbClr val="00B050"/>
              </a:solidFill>
              <a:effectLst/>
            </a:rPr>
            <a:t>SEO</a:t>
          </a:r>
        </a:p>
      </dsp:txBody>
      <dsp:txXfrm>
        <a:off x="8399108" y="431693"/>
        <a:ext cx="1937513" cy="1291675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B3B9CF9-ACCC-4AAF-B159-A5ECCE9F91FA}">
      <dsp:nvSpPr>
        <dsp:cNvPr id="0" name=""/>
        <dsp:cNvSpPr/>
      </dsp:nvSpPr>
      <dsp:spPr>
        <a:xfrm>
          <a:off x="2381" y="226207"/>
          <a:ext cx="2389187" cy="955675"/>
        </a:xfrm>
        <a:prstGeom prst="homePlat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1366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/>
        </a:p>
      </dsp:txBody>
      <dsp:txXfrm>
        <a:off x="2381" y="226207"/>
        <a:ext cx="2150268" cy="955675"/>
      </dsp:txXfrm>
    </dsp:sp>
    <dsp:sp modelId="{927287C2-A3D7-40DA-9CC5-879018D16C6C}">
      <dsp:nvSpPr>
        <dsp:cNvPr id="0" name=""/>
        <dsp:cNvSpPr/>
      </dsp:nvSpPr>
      <dsp:spPr>
        <a:xfrm>
          <a:off x="1913731" y="226207"/>
          <a:ext cx="2389187" cy="955675"/>
        </a:xfrm>
        <a:prstGeom prst="chevron">
          <a:avLst/>
        </a:prstGeom>
        <a:solidFill>
          <a:srgbClr val="ACD433">
            <a:hueOff val="0"/>
            <a:satOff val="0"/>
            <a:lumOff val="0"/>
            <a:alphaOff val="0"/>
          </a:srgb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1366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>
            <a:solidFill>
              <a:prstClr val="white"/>
            </a:solidFill>
            <a:latin typeface="Century Gothic" panose="020B0502020202020204"/>
            <a:ea typeface="+mn-ea"/>
            <a:cs typeface="+mn-cs"/>
          </a:endParaRPr>
        </a:p>
      </dsp:txBody>
      <dsp:txXfrm>
        <a:off x="2391569" y="226207"/>
        <a:ext cx="1433512" cy="955675"/>
      </dsp:txXfrm>
    </dsp:sp>
    <dsp:sp modelId="{0FFC9F85-D342-4563-A0C2-89C6B83FD375}">
      <dsp:nvSpPr>
        <dsp:cNvPr id="0" name=""/>
        <dsp:cNvSpPr/>
      </dsp:nvSpPr>
      <dsp:spPr>
        <a:xfrm>
          <a:off x="3825081" y="226207"/>
          <a:ext cx="2389187" cy="955675"/>
        </a:xfrm>
        <a:prstGeom prst="chevron">
          <a:avLst/>
        </a:prstGeom>
        <a:solidFill>
          <a:schemeClr val="tx1">
            <a:lumMod val="95000"/>
          </a:scheme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025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/>
        </a:p>
      </dsp:txBody>
      <dsp:txXfrm>
        <a:off x="4302919" y="226207"/>
        <a:ext cx="1433512" cy="955675"/>
      </dsp:txXfrm>
    </dsp:sp>
    <dsp:sp modelId="{903FC15E-8A12-4ACF-90BF-441209C11D87}">
      <dsp:nvSpPr>
        <dsp:cNvPr id="0" name=""/>
        <dsp:cNvSpPr/>
      </dsp:nvSpPr>
      <dsp:spPr>
        <a:xfrm>
          <a:off x="5736431" y="226207"/>
          <a:ext cx="2389187" cy="955675"/>
        </a:xfrm>
        <a:prstGeom prst="chevron">
          <a:avLst/>
        </a:prstGeom>
        <a:solidFill>
          <a:schemeClr val="tx1">
            <a:lumMod val="95000"/>
          </a:scheme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025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/>
        </a:p>
      </dsp:txBody>
      <dsp:txXfrm>
        <a:off x="6214269" y="226207"/>
        <a:ext cx="1433512" cy="95567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B3B9CF9-ACCC-4AAF-B159-A5ECCE9F91FA}">
      <dsp:nvSpPr>
        <dsp:cNvPr id="0" name=""/>
        <dsp:cNvSpPr/>
      </dsp:nvSpPr>
      <dsp:spPr>
        <a:xfrm>
          <a:off x="2381" y="226207"/>
          <a:ext cx="2389187" cy="955675"/>
        </a:xfrm>
        <a:prstGeom prst="homePlat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1366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/>
        </a:p>
      </dsp:txBody>
      <dsp:txXfrm>
        <a:off x="2381" y="226207"/>
        <a:ext cx="2150268" cy="955675"/>
      </dsp:txXfrm>
    </dsp:sp>
    <dsp:sp modelId="{927287C2-A3D7-40DA-9CC5-879018D16C6C}">
      <dsp:nvSpPr>
        <dsp:cNvPr id="0" name=""/>
        <dsp:cNvSpPr/>
      </dsp:nvSpPr>
      <dsp:spPr>
        <a:xfrm>
          <a:off x="1913731" y="226207"/>
          <a:ext cx="2389187" cy="955675"/>
        </a:xfrm>
        <a:prstGeom prst="chevron">
          <a:avLst/>
        </a:prstGeom>
        <a:solidFill>
          <a:srgbClr val="ACD433">
            <a:hueOff val="0"/>
            <a:satOff val="0"/>
            <a:lumOff val="0"/>
            <a:alphaOff val="0"/>
          </a:srgb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1366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>
            <a:solidFill>
              <a:prstClr val="white"/>
            </a:solidFill>
            <a:latin typeface="Century Gothic" panose="020B0502020202020204"/>
            <a:ea typeface="+mn-ea"/>
            <a:cs typeface="+mn-cs"/>
          </a:endParaRPr>
        </a:p>
      </dsp:txBody>
      <dsp:txXfrm>
        <a:off x="2391569" y="226207"/>
        <a:ext cx="1433512" cy="955675"/>
      </dsp:txXfrm>
    </dsp:sp>
    <dsp:sp modelId="{0FFC9F85-D342-4563-A0C2-89C6B83FD375}">
      <dsp:nvSpPr>
        <dsp:cNvPr id="0" name=""/>
        <dsp:cNvSpPr/>
      </dsp:nvSpPr>
      <dsp:spPr>
        <a:xfrm>
          <a:off x="3825081" y="226207"/>
          <a:ext cx="2389187" cy="955675"/>
        </a:xfrm>
        <a:prstGeom prst="chevron">
          <a:avLst/>
        </a:prstGeom>
        <a:solidFill>
          <a:schemeClr val="tx1">
            <a:lumMod val="95000"/>
          </a:scheme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025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/>
        </a:p>
      </dsp:txBody>
      <dsp:txXfrm>
        <a:off x="4302919" y="226207"/>
        <a:ext cx="1433512" cy="955675"/>
      </dsp:txXfrm>
    </dsp:sp>
    <dsp:sp modelId="{903FC15E-8A12-4ACF-90BF-441209C11D87}">
      <dsp:nvSpPr>
        <dsp:cNvPr id="0" name=""/>
        <dsp:cNvSpPr/>
      </dsp:nvSpPr>
      <dsp:spPr>
        <a:xfrm>
          <a:off x="5736431" y="226207"/>
          <a:ext cx="2389187" cy="955675"/>
        </a:xfrm>
        <a:prstGeom prst="chevron">
          <a:avLst/>
        </a:prstGeom>
        <a:solidFill>
          <a:schemeClr val="tx1">
            <a:lumMod val="95000"/>
          </a:scheme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025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/>
        </a:p>
      </dsp:txBody>
      <dsp:txXfrm>
        <a:off x="6214269" y="226207"/>
        <a:ext cx="1433512" cy="95567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2">
  <dgm:title val=""/>
  <dgm:desc val=""/>
  <dgm:catLst>
    <dgm:cat type="3D" pri="11200"/>
  </dgm:catLst>
  <dgm:scene3d>
    <a:camera prst="orthographicFront"/>
    <a:lightRig rig="threePt" dir="t"/>
  </dgm:scene3d>
  <dgm:styleLbl name="node0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tx1"/>
      </a:fontRef>
    </dgm:style>
  </dgm:styleLbl>
  <dgm:styleLbl name="aling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>
        <a:rot lat="0" lon="0" rev="7500000"/>
      </a:lightRig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>
        <a:rot lat="0" lon="0" rev="7500000"/>
      </a:lightRig>
    </dgm:scene3d>
    <dgm:sp3d z="2540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>
        <a:rot lat="0" lon="0" rev="7500000"/>
      </a:lightRig>
    </dgm:scene3d>
    <dgm:sp3d z="-1524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>
        <a:rot lat="0" lon="0" rev="7500000"/>
      </a:lightRig>
    </dgm:scene3d>
    <dgm:sp3d z="-700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>
        <a:rot lat="0" lon="0" rev="7500000"/>
      </a:lightRig>
    </dgm:scene3d>
    <dgm:sp3d z="1524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>
        <a:rot lat="0" lon="0" rev="7500000"/>
      </a:lightRig>
    </dgm:scene3d>
    <dgm:sp3d z="-1524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>
        <a:rot lat="0" lon="0" rev="7500000"/>
      </a:lightRig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>
        <a:rot lat="0" lon="0" rev="7500000"/>
      </a:lightRig>
    </dgm:scene3d>
    <dgm:sp3d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>
        <a:rot lat="0" lon="0" rev="7500000"/>
      </a:lightRig>
    </dgm:scene3d>
    <dgm:sp3d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>
        <a:rot lat="0" lon="0" rev="7500000"/>
      </a:lightRig>
    </dgm:scene3d>
    <dgm:sp3d z="60000" prstMaterial="flat">
      <a:bevelT w="120900" h="88900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>
        <a:rot lat="0" lon="0" rev="7500000"/>
      </a:lightRig>
    </dgm:scene3d>
    <dgm:sp3d z="60000" prstMaterial="flat">
      <a:bevelT w="120900" h="88900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>
        <a:rot lat="0" lon="0" rev="7500000"/>
      </a:lightRig>
    </dgm:scene3d>
    <dgm:sp3d extrusionH="190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>
        <a:rot lat="0" lon="0" rev="7500000"/>
      </a:lightRig>
    </dgm:scene3d>
    <dgm:sp3d prstMaterial="plastic">
      <a:bevelT w="127000" h="354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2445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20800" h="190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>
        <a:rot lat="0" lon="0" rev="7500000"/>
      </a:lightRig>
    </dgm:scene3d>
    <dgm:sp3d extrusionH="190500" prstMaterial="dkEdge">
      <a:bevelT w="120650" h="3810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4445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>
        <a:rot lat="0" lon="0" rev="7500000"/>
      </a:lightRig>
    </dgm:scene3d>
    <dgm:sp3d extrusionH="190500" prstMaterial="dkEdge">
      <a:bevelT w="120650" h="38100" prst="relaxedInset"/>
      <a:bevelB w="120650" h="571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4445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>
        <a:rot lat="0" lon="0" rev="7500000"/>
      </a:lightRig>
    </dgm:scene3d>
    <dgm:sp3d z="-152400" extrusionH="63500" prstMaterial="matte">
      <a:bevelT w="144450" h="6350" prst="relaxedInset"/>
      <a:contourClr>
        <a:schemeClr val="bg1"/>
      </a:contourClr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  <a:bevelB w="88900" h="121750" prst="angle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trBgShp">
    <dgm:scene3d>
      <a:camera prst="orthographicFront"/>
      <a:lightRig rig="threePt" dir="t"/>
    </dgm:scene3d>
    <dgm:sp3d z="-1524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>
        <a:rot lat="0" lon="0" rev="7500000"/>
      </a:lightRig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703FB87-790C-4850-A90C-12C5FF4B94D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8127921-F9C4-44F3-AC5F-130B6A406C0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6E59275-AFE1-4999-B78A-D0D76B9F2B0B}" type="datetimeFigureOut">
              <a:rPr lang="en-US" smtClean="0"/>
              <a:t>2/7/2026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765E047-F1CB-4066-A459-9EDC95F2E61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8A77EF5-5277-4BAF-8BB4-2E02103988E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668C69-0C3E-40A2-B4A0-B2C8B71D8E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158627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3EADD7A-FE61-48EE-BE0E-8546E5401374}" type="datetimeFigureOut">
              <a:rPr lang="en-US" smtClean="0"/>
              <a:t>2/7/2026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000EEB-8338-48D7-8EE8-EE0082EF760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77701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53382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C18CC6-7D3F-C82D-08BB-257E172623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A572F4-45F4-4F0C-A907-F66F9F45F3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432C0F-3BC8-A2C4-923F-21A40D4B86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36777F-EDBD-F861-6C41-FA5068984C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211059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74FF35-9CC1-662F-C04B-06BB8FB9BE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BED8448-A4E1-7CD9-3902-0B9A90D733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2C24DDA-3136-DAF9-BE11-BD505F7ADE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128D75-8D16-2FB4-3901-EE3D079BAA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2888856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448BF3-7D55-946D-2A38-6FA62022A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AD80E88-DA87-84B0-427A-52DF4360B3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F5F4067-426D-9A2F-3106-E19C968F05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050E66-3458-C586-C359-A1BB8D0866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695218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3E0E6B-5336-9EE4-FD58-79070128FC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802AAC-169C-67F7-F3B5-82E749D931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5B978D-1809-DB72-3387-43F038176E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D94F55-A3B3-A2D5-68D9-7E2A15D862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169001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FD386A-5926-5EC1-FFCA-98C8843C70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5D1AFB-06B3-DB71-7E5F-B1AB111CFE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042ACEE-C7E0-67AE-EE2D-ABDC604D48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86565A-7C7D-4162-BE31-CBE1309BF3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378665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80849E-B1BA-0107-D5B3-6DF7B48269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7F3647-769E-3071-C083-2E350E7ACD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6CCD18-911A-21E0-D56A-0E60ABA5D8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BF6288-23A1-27B7-436D-538348C961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836562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A3A7EE-D0A6-BD4F-410D-737FD78B16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1E291A0-879E-C87D-A7B2-194A340B63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055FF7-E698-EC62-7490-BE85F3BD88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2195AF-9DE0-0859-7026-F2A97C8561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49474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963F9-5CF1-3D74-54E5-471012AEC0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09D74FA-6716-2430-F6BC-D8B739EC11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D10324-A241-A048-CE1C-FCD0A91AA9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D3ABF4-42BF-DA2B-CF6A-DEFC72070D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4982087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0ECECB-EE5E-4C5E-356C-93412FB7AD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A8C4EB-7779-3CBA-6245-05724FB099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E3C1DD-B6F8-96AF-D2FC-0D7A8C9B7B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C4713C-0503-5D9A-F798-717059840C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703298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A6DBF1-5110-F0EB-0F9D-210E2AAAD0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9F47C3C-5CFC-0880-7D78-F8C22BB480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EBDDDD-C635-FF1D-1D25-526B3D9EE1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9F539B-0BAA-2C03-1C24-46DCC02A45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779208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139B7C-16FD-4238-95AA-78ED20F87D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C706064-BE4E-9382-071B-6B673AE977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E0DD57D-532E-C53A-AE10-10C8CE27EC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34D50B-EDB1-5D0F-C3D3-4699A93BA90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080239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059164-3F7F-00DA-6ED2-B5D37341D8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8F40251-4F23-226F-6B58-E3804150D7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BF0FFC-B77D-7699-EAD2-E2D91D9DDB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7F9631-241E-39A0-1AD0-7F7FD33B0A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030308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CDD91E-C0EF-A2F0-9060-CB9F5B3D5C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13AC52-3F84-FF5F-028B-BA0566AF3F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FB30CD-FA2C-F018-23F4-A8F1E3CD1B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7BB71A-6D04-119F-09C2-E1893335D2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873785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7C608A-0FD8-F169-EDBF-12A2B8A11D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D914FB-811F-A7D2-7D9D-95212C83A5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61AED8-C368-E2DE-BC6C-003F2D70F0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A7DE4A-4490-028E-2A8D-B54E008640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38194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33EC1E-6479-D6BF-3DC4-6460B54E30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8656E63-F2FA-2E82-7C3A-F4A9D63EB6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364853-D05D-34FC-46EF-2FFF2C36E3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7552A7-86C0-9463-5CD9-CEA4EFD2AC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434223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D58732-58D5-97DF-3BDD-38DED97239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78E8E1-C66F-1FD0-E6B3-ED12F3C076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34F0A9-8C93-9C1C-6C4B-9D79AF196F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462A1B-C342-71A2-5079-DCCBF169DE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777195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27829B-D889-C86B-016E-113485F6B2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793E3E-79AC-5F54-17D4-5A1663E456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3F0DFD-6449-9795-8297-34FC478714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B449DD-E8AB-7FD4-352A-4D1EBCFBAC7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861330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A453A1-FAAE-E9FC-3B55-7691980312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113587-F61F-1F04-7F48-0EE433BBFA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518B6F-EBBA-F6DC-2320-E82F2C4EEA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635B2C-D5E7-AC0F-5065-10D7B67F0A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009169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407ED9-5259-E7D8-5CCB-73E688C751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2838509-6FD0-6EDE-1310-982E3A264F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28A14B-DBEA-66D8-2E41-D7E24C6970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D41151-D8F2-1AA9-1B6A-F657178F78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5776665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ED62A4-E680-094F-901D-068EED7EA4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EFF39B-47CC-D4B6-7781-91B119D2D8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093FE5-9F67-F7AF-5155-391290CD67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163DC9-4FB2-5FA1-A18D-6BB63BE3C0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207573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395A04-B7C5-EBD9-E9BD-8508838727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36AB1C-5242-EF09-564E-AD218186F9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43A2767-9CF8-D277-EEE2-2A8570B9E0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E14E54-2845-C050-455D-91F0A4B2F9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476748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667552-903D-B761-571D-AF986FD0AB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5126D41-8EAF-C32C-6E85-E6FB91A24D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86C4E0-C673-1381-DE91-066B6BA5DF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151D7F-4A11-FE76-6ACC-7079F2E8B7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1140627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5CF40B-8444-26B9-B15D-EF77B50642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8FAAC7D-E3BE-8556-5090-D7DDBFC990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6EFCFF-E178-9DEE-7F9D-9A0A27F1D6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B3F6C3-7A4A-AD1F-8C6F-7745081157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394466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3DB64E-0B4F-4D6E-7BA0-A1165FC909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B9937D-FE9F-3A1C-9B8B-2D7C854EFD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8ECBF0-206F-27D3-F6E1-0C2480F14C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434115-59EA-53F2-497B-8D031ABEA4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721045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7CA6C8-1DE9-4C52-1648-3E86E8A7D8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4054A2-CA58-BF01-50BD-FCD705B6BD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A5D9BE9-AECA-A540-A654-8B69B4C297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5354D2-1435-590E-4A4F-D4ACA43DA2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540002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0E4DDC-2D62-AC31-3C1D-64CC7B9C4A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48D87D-0AEC-D2E8-5509-69B4964E83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55B571-94A1-6270-2400-2F6714AB42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0C7CF1-60EF-E74D-3DDC-F34F2B3CB50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134105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7D9180-0175-4D15-6467-A4DE7EC1CB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FFC1CF-B10F-B376-3882-9B5C85BE6E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DCF91D5-8828-2782-D302-3F0F0B27AC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633F85-0FF2-5CFE-5C98-568721BD08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488918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4FFDF8-FDC1-AB3B-64B4-540FC69A22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375A9E-D165-43BA-9BEB-17FD354544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A0F86C-6140-6050-D874-421EE0A4F0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EFD53F-F946-B5F5-6182-A49B6095ED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167694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B38BC2-773A-34E9-9423-4678DBE12B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0C4A0A-B23D-F288-4AFC-3FDD43CCE9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C24615D-454D-C314-04F2-4A3C9924B8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1A13E5-5F72-370F-BD6D-ADA333BA57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30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8599654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F95A6-34B3-72E6-C53D-501C213132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BC1E459-51EF-4885-07BB-6A9750DEB0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B6E8B30-936F-10ED-0C5D-89AF529E17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BA0C2B-9D82-6828-DC91-25ADB8E1D6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31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272397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A01A58-392E-0E4A-296C-819C07DD7E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EC37E1E-F609-7529-7711-B1A839162B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6A47A2F-B210-EE79-61BA-347D838B26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A20E54-4CA7-86F1-6E9F-FB0FDE747F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32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900938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5F513C-6DB3-C1F1-9C16-2FD4BB82AD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8566D04-4662-47AF-6818-B070B01122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B115DE-5E55-B323-E02D-A9C33FEF76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F92478-52B8-AE86-3E03-0236C2DBA3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33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779294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434E41-BB3F-D151-73F4-DB3C8082DB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A16DEF-70F9-B459-FAEA-CBB0F66717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CADBE7-23E0-B764-E27F-101DD4A3AE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178A2F-9B3B-4413-BE49-6ED1C54B5C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34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30236403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627D96-F91B-49F5-F655-7F171CC95F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4A5AF0-98D2-8641-9212-F95029AD05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949C13-318A-2ED4-F43B-8AE18B9780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CB06A0-D2FC-FEDB-9CE6-9E9C72B8A72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35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4881860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681877-897B-6003-7132-27ECB4D771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FC1C50-7DF3-FF27-B9B4-1AC57C271A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D6A5AA3-C778-65B7-0B86-1DAC164E75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E918F0-923B-1BD0-8B4F-CAF846B7D4F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36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1745386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2F18DC-1CD1-5C7D-8987-E3B18C15D6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DE6089-91FD-B9F9-8BAA-5AEA85AC32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D3B1B4-B683-54AF-EF54-651B60F386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498FD4-E936-79EC-3C7E-2E3E31FE36D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37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1182908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058D50-BCB6-D989-CB8F-2F6993D63B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D58925-AFC0-45CA-300B-C8D0A4A364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835805-417E-5690-059F-FADB94ACC8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BDB59D-4A78-C20F-CE2B-214A7A8483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38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4915707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3664C4-4D91-EC6B-8C2C-667E080BFD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D389510-4AE0-592E-BDC7-3BA5E1A245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61386CF-6FFA-47A3-264B-212A338860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EEC19A-6837-BAD7-00D2-9459D64C09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39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276426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55BC18-337C-FFED-59DA-92C1872C84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751695-832F-8FFD-2070-124AA64BED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C62A468-B7EC-F517-CD12-AB406150DE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D883EA-CDA5-F5ED-99BD-02A7204D30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40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2500855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E85659-9A97-858E-9E6A-62598F40D7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7D6B85-393C-D23C-9239-4271EC0203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C5CEBB7-F1D6-1E31-FD01-3A299CC69F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A72AE8-CE7E-EE94-CA19-19ACC5E307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41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6857178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F904A2-5521-7952-E308-506DF97571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00C7C8-B91A-64E1-6EEE-2807C494DD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F701E30-9E22-67EB-A633-B78AE1C27C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14EA5A-BF7C-5406-E1C9-E44F43D4B2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42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841048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DFBB56-D9AD-1659-10D6-3D4CE4580E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1127D2-E559-59BD-4CAB-0578AD37BF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B7473A-2AC9-7F0F-5526-B8739DA44C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21C39C-C5BF-0920-96C5-29EAD84AFA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43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74069082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81BE1E-E730-1FEE-22AA-F60A1247A3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1CD23D-C3FF-9F33-AC7F-8E18E1A3BA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4DEEC8-A2B1-8084-E066-143EF27600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52B582-5C02-F85A-6FA6-3D625AA932C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44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8582512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A3D0E6-EE1D-8E99-76A9-620B04E66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A0AA774-628C-9F4A-4FF1-28AFE8F1FB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B3CC0E-4BCE-819B-239E-2F98194587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75AC6C-C1B7-DD09-4987-77ACDDFBE3C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45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99129597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FC8A2A-441B-695A-09DC-C9E84685FC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78947EF-7884-8C95-0744-45E4C2C8CF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76AB3A-9A4F-EC62-0B7F-467B94C2C5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27F72F-8479-3947-004A-503D7D56269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46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9563653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B2415A-69EB-FFFD-E8BC-6A17971051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F305173-3C94-D881-830D-29851FA306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11FA28-6D0A-6BED-3639-2FDCD85196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AE8D47-CFE4-80F3-A090-2C5F74F990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47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5764432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557BD5-567B-41DD-3DB1-ECA4FDEF7A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FEEB477-3360-DA01-6F74-CA19F4354A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5C3FAD0-700F-519B-5B4C-70638B3982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644151-82C3-A6F9-2197-154A19447B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48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5740892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E9C5E5-9550-254F-1259-AD800C4FE4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CB5188F-678A-20CC-D4C1-FA41350CFC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1B0BD2-38B8-5AEE-5DF1-5F24861615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FDF459-DDA0-46E6-E3CE-50C8AF3A7A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49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49259658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9444E0-E197-519E-E632-AACFF5CABF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E8BA80-03A9-2C63-8F00-D35E7A8B97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EF8EDD-AFC8-B6E7-B3D0-BA2AAAAB06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DDBBB0-E8F1-480E-5722-67E99C5EBF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0899153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403305-C1E9-784C-76BA-0D2D983457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4E9252-5502-5E9D-45A3-8969EE117C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8F39793-9B92-065A-2044-8FE8FE6E1F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FB6751-FD66-B4EA-1031-FAA62B8933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9052943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8080AF-B512-5B0B-B69A-EE09681CAF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FE3E653-38F5-37E6-9529-20CA203E49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0880D1-32B9-4AFA-D765-0961F44C1E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6D23FE-BE1F-6520-2214-BE1EB6D4F9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2852809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B0FF0C-B7CA-B6AD-DA60-AE9CB6C48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711581-4E67-BB9A-3D98-9FCA334BB7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E53356-81DA-5B68-04BD-03E12FFCFD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55AAC6-A9D3-07F2-EC0F-7146A0200F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35286158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AC7126-4785-6F23-806A-94F4FA0E0F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A150D2-105A-2F82-0ECB-F19BD7BEA0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8D1BEE-D27E-E195-D315-77C949C297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139FE7-EB62-CD28-CCC1-F88018C368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5950728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1F58EE-9F16-565C-5074-55CD7D9CF3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84ED33-2BA9-6CC1-6F71-B1599E260B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F23E64-76D7-AACB-7684-CF099B8CE3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5A1AE1-5887-CCE4-C29A-7D23699182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6855608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92FA0D-0222-ECB5-4EEC-A6F98D9220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E3CA61-C078-B0F9-5D5C-538F58DF34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328CB7-DB05-40F8-BAD4-4098275D7A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F40C18-A1F7-9F81-2FAD-19698786A1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12187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dirty="0"/>
              <a:t>2/7/2026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2/7/2026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2/7/2026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2/7/2026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2/7/2026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>
          <a:xfrm>
            <a:off x="1930400" y="3771174"/>
            <a:ext cx="727964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sp>
        <p:nvSpPr>
          <p:cNvPr id="9" name="TextBox 8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2/7/2026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2/7/2026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40000"/>
                  <a:lumOff val="60000"/>
                  <a:alpha val="7000"/>
                </a:schemeClr>
              </a:gs>
              <a:gs pos="69000">
                <a:schemeClr val="bg2">
                  <a:lumMod val="40000"/>
                  <a:lumOff val="60000"/>
                  <a:alpha val="0"/>
                </a:schemeClr>
              </a:gs>
              <a:gs pos="36000">
                <a:schemeClr val="bg2">
                  <a:lumMod val="40000"/>
                  <a:lumOff val="6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23320"/>
          <a:stretch/>
        </p:blipFill>
        <p:spPr>
          <a:xfrm>
            <a:off x="8609012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509A250-FF31-4206-8172-F9D3106AACB1}" type="datetimeFigureOut">
              <a:rPr lang="en-US" dirty="0"/>
              <a:t>2/7/2026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8" r:id="rId9"/>
    <p:sldLayoutId id="2147483667" r:id="rId10"/>
    <p:sldLayoutId id="2147483661" r:id="rId11"/>
    <p:sldLayoutId id="2147483664" r:id="rId12"/>
    <p:sldLayoutId id="2147483662" r:id="rId13"/>
    <p:sldLayoutId id="2147483669" r:id="rId14"/>
    <p:sldLayoutId id="2147483670" r:id="rId15"/>
    <p:sldLayoutId id="2147483658" r:id="rId16"/>
    <p:sldLayoutId id="2147483659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6.jpe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6.jpe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4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5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6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3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7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4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4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4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3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46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5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48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7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50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9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1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1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53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2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4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56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5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7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59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8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61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0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63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2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65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4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67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6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69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8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71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0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73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2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4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5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6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7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8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9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0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1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2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3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54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1.xml"/><Relationship Id="rId3" Type="http://schemas.openxmlformats.org/officeDocument/2006/relationships/image" Target="../media/image6.jpeg"/><Relationship Id="rId7" Type="http://schemas.openxmlformats.org/officeDocument/2006/relationships/diagramQuickStyle" Target="../diagrams/quickStyle1.xml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Relationship Id="rId6" Type="http://schemas.openxmlformats.org/officeDocument/2006/relationships/diagramLayout" Target="../diagrams/layout1.xml"/><Relationship Id="rId5" Type="http://schemas.openxmlformats.org/officeDocument/2006/relationships/diagramData" Target="../diagrams/data1.xml"/><Relationship Id="rId4" Type="http://schemas.openxmlformats.org/officeDocument/2006/relationships/image" Target="../media/image84.png"/><Relationship Id="rId9" Type="http://schemas.microsoft.com/office/2007/relationships/diagramDrawing" Target="../diagrams/drawing1.xml"/></Relationships>
</file>

<file path=ppt/slides/_rels/slide55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2.xml"/><Relationship Id="rId3" Type="http://schemas.openxmlformats.org/officeDocument/2006/relationships/image" Target="../media/image6.jpeg"/><Relationship Id="rId7" Type="http://schemas.openxmlformats.org/officeDocument/2006/relationships/diagramQuickStyle" Target="../diagrams/quickStyle2.xml"/><Relationship Id="rId12" Type="http://schemas.openxmlformats.org/officeDocument/2006/relationships/image" Target="../media/image87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Relationship Id="rId6" Type="http://schemas.openxmlformats.org/officeDocument/2006/relationships/diagramLayout" Target="../diagrams/layout2.xml"/><Relationship Id="rId11" Type="http://schemas.openxmlformats.org/officeDocument/2006/relationships/image" Target="../media/image84.png"/><Relationship Id="rId5" Type="http://schemas.openxmlformats.org/officeDocument/2006/relationships/diagramData" Target="../diagrams/data2.xml"/><Relationship Id="rId10" Type="http://schemas.openxmlformats.org/officeDocument/2006/relationships/image" Target="../media/image86.png"/><Relationship Id="rId4" Type="http://schemas.openxmlformats.org/officeDocument/2006/relationships/image" Target="../media/image85.png"/><Relationship Id="rId9" Type="http://schemas.microsoft.com/office/2007/relationships/diagramDrawing" Target="../diagrams/drawing2.xml"/></Relationships>
</file>

<file path=ppt/slides/_rels/slide56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3.xml"/><Relationship Id="rId3" Type="http://schemas.openxmlformats.org/officeDocument/2006/relationships/image" Target="../media/image6.jpeg"/><Relationship Id="rId7" Type="http://schemas.openxmlformats.org/officeDocument/2006/relationships/diagramQuickStyle" Target="../diagrams/quickStyle3.xml"/><Relationship Id="rId12" Type="http://schemas.openxmlformats.org/officeDocument/2006/relationships/image" Target="../media/image88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Relationship Id="rId6" Type="http://schemas.openxmlformats.org/officeDocument/2006/relationships/diagramLayout" Target="../diagrams/layout3.xml"/><Relationship Id="rId11" Type="http://schemas.openxmlformats.org/officeDocument/2006/relationships/image" Target="../media/image84.png"/><Relationship Id="rId5" Type="http://schemas.openxmlformats.org/officeDocument/2006/relationships/diagramData" Target="../diagrams/data3.xml"/><Relationship Id="rId10" Type="http://schemas.openxmlformats.org/officeDocument/2006/relationships/image" Target="../media/image86.png"/><Relationship Id="rId4" Type="http://schemas.openxmlformats.org/officeDocument/2006/relationships/image" Target="../media/image85.png"/><Relationship Id="rId9" Type="http://schemas.microsoft.com/office/2007/relationships/diagramDrawing" Target="../diagrams/drawing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A4511EBC-2F3C-446D-867B-7DC328517A4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D30D32A-359B-41BB-9746-2CF3A21EEF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95393" y="1113088"/>
            <a:ext cx="5288198" cy="1188323"/>
          </a:xfrm>
        </p:spPr>
        <p:txBody>
          <a:bodyPr>
            <a:normAutofit fontScale="90000"/>
          </a:bodyPr>
          <a:lstStyle/>
          <a:p>
            <a:r>
              <a:rPr lang="en-US" dirty="0"/>
              <a:t>App Router</a:t>
            </a:r>
            <a:endParaRPr lang="ru-RU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18E9D62-7BA3-4D5E-8915-0D0E8661E3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F8E6312D-DAFA-5438-244C-D84A0E6006DA}"/>
              </a:ext>
            </a:extLst>
          </p:cNvPr>
          <p:cNvSpPr txBox="1">
            <a:spLocks/>
          </p:cNvSpPr>
          <p:nvPr/>
        </p:nvSpPr>
        <p:spPr>
          <a:xfrm>
            <a:off x="4843373" y="90652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F3740D6-86B0-C516-4D1C-E527FA274B72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40E94F8-4D19-7F67-011A-1A37910CA65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5065160" cy="322608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3F1AE07-B321-49AB-46AC-71134238D7D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2560889"/>
            <a:ext cx="8134753" cy="362822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B4CA222A-88BC-48F4-9AE8-2115B7D1E6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16859" y="2042508"/>
            <a:ext cx="4897822" cy="1266497"/>
          </a:xfrm>
        </p:spPr>
        <p:txBody>
          <a:bodyPr anchor="ctr">
            <a:normAutofit/>
          </a:bodyPr>
          <a:lstStyle/>
          <a:p>
            <a:pPr algn="ctr"/>
            <a:r>
              <a:rPr lang="en-US" sz="4400" b="1" dirty="0"/>
              <a:t>Introduction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883A79B-4136-7356-9D20-63869C09FFE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78948" y="5619964"/>
            <a:ext cx="2150828" cy="988692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rnd">
            <a:solidFill>
              <a:srgbClr val="FFFFFF"/>
            </a:solidFill>
          </a:ln>
          <a:effectLst>
            <a:outerShdw blurRad="36195" dist="12700" dir="11400000" algn="tl" rotWithShape="0">
              <a:srgbClr val="000000">
                <a:alpha val="33000"/>
              </a:srgbClr>
            </a:outerShdw>
          </a:effectLst>
          <a:scene3d>
            <a:camera prst="perspectiveContrastingLeftFacing">
              <a:rot lat="540000" lon="2100000" rev="0"/>
            </a:camera>
            <a:lightRig rig="soft" dir="t"/>
          </a:scene3d>
          <a:sp3d contourW="12700" prstMaterial="matte">
            <a:bevelT w="63500" h="50800"/>
            <a:contourClr>
              <a:srgbClr val="C0C0C0"/>
            </a:contourClr>
          </a:sp3d>
        </p:spPr>
      </p:pic>
    </p:spTree>
    <p:extLst>
      <p:ext uri="{BB962C8B-B14F-4D97-AF65-F5344CB8AC3E}">
        <p14:creationId xmlns:p14="http://schemas.microsoft.com/office/powerpoint/2010/main" val="1930009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8A1C15-014E-A0FF-65BC-6C140972F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9A59AD99-950D-555E-A1FF-F48A1223D75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C4B6EF80-44AE-CBB6-E106-B68D5FEC15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65159" y="1398922"/>
            <a:ext cx="7011227" cy="788415"/>
          </a:xfrm>
        </p:spPr>
        <p:txBody>
          <a:bodyPr>
            <a:normAutofit lnSpcReduction="10000"/>
          </a:bodyPr>
          <a:lstStyle/>
          <a:p>
            <a:r>
              <a:rPr lang="en-US" altLang="zh-CN" sz="4800" b="1" dirty="0"/>
              <a:t>1. Getting Started</a:t>
            </a:r>
            <a:endParaRPr lang="en-US" sz="4800" b="1" dirty="0"/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6EE4F4E5-6CA5-F3AC-A077-FBB6AC88A6CD}"/>
              </a:ext>
            </a:extLst>
          </p:cNvPr>
          <p:cNvSpPr txBox="1">
            <a:spLocks/>
          </p:cNvSpPr>
          <p:nvPr/>
        </p:nvSpPr>
        <p:spPr>
          <a:xfrm>
            <a:off x="8570773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01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1C0B91F-5EDF-4DD4-3D99-59EDEEB7CE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5065160" cy="322608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E00445A-227F-602E-C4EC-989B5130E47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FBA322D-1392-BB78-1864-C41469BC59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1986" y="30293"/>
            <a:ext cx="4741596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DB10A20-E426-E955-9570-E22A7E2EE97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6031" y="2090603"/>
            <a:ext cx="8897420" cy="441395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9539707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888C70-013E-E4B0-35AC-B37FDF9555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303AF50B-B741-6B45-E1EA-64FFED3E284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1614207A-E840-8E82-6644-D8AECCEA0E4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65159" y="1232245"/>
            <a:ext cx="7011227" cy="788415"/>
          </a:xfrm>
        </p:spPr>
        <p:txBody>
          <a:bodyPr>
            <a:normAutofit lnSpcReduction="10000"/>
          </a:bodyPr>
          <a:lstStyle/>
          <a:p>
            <a:r>
              <a:rPr lang="en-US" altLang="zh-CN" sz="4800" b="1" dirty="0"/>
              <a:t>2. CSS Styling</a:t>
            </a:r>
            <a:endParaRPr lang="en-US" sz="4800" b="1" dirty="0"/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4821D0EE-231E-E66E-3862-EEA8A7AB3567}"/>
              </a:ext>
            </a:extLst>
          </p:cNvPr>
          <p:cNvSpPr txBox="1">
            <a:spLocks/>
          </p:cNvSpPr>
          <p:nvPr/>
        </p:nvSpPr>
        <p:spPr>
          <a:xfrm>
            <a:off x="8570773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02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9340BB6-8185-95AC-92A3-8179751E98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5065160" cy="322608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C7B7C93-BCED-F10C-E31D-56BDA97286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1986" y="30293"/>
            <a:ext cx="4741596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9F8B7B5-A8A7-DB73-DCAB-0B3D45EC4F8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A704D4BF-320A-8C89-7582-602EC2A8D83E}"/>
              </a:ext>
            </a:extLst>
          </p:cNvPr>
          <p:cNvSpPr txBox="1">
            <a:spLocks/>
          </p:cNvSpPr>
          <p:nvPr/>
        </p:nvSpPr>
        <p:spPr>
          <a:xfrm>
            <a:off x="5065158" y="1867230"/>
            <a:ext cx="7011227" cy="78841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2.1 Globel Styles</a:t>
            </a:r>
            <a:endParaRPr lang="en-US" sz="3600" b="1" cap="none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7FDF704-36C0-034F-B653-38B926449E1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9451" y="2085204"/>
            <a:ext cx="8791735" cy="446970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4250940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2D7F5D-112C-A5D1-4AD7-A119240CE8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39791686-926D-C9D9-D280-2FAD6B8DC2A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2339533F-7929-2E03-C687-75058A5A713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65159" y="1232245"/>
            <a:ext cx="7011227" cy="788415"/>
          </a:xfrm>
        </p:spPr>
        <p:txBody>
          <a:bodyPr>
            <a:normAutofit lnSpcReduction="10000"/>
          </a:bodyPr>
          <a:lstStyle/>
          <a:p>
            <a:r>
              <a:rPr lang="en-US" altLang="zh-CN" sz="4800" b="1" dirty="0"/>
              <a:t>2. CSS Styling</a:t>
            </a:r>
            <a:endParaRPr lang="en-US" sz="4800" b="1" dirty="0"/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0CB51FE9-5463-78B5-81E6-CC41835F64C0}"/>
              </a:ext>
            </a:extLst>
          </p:cNvPr>
          <p:cNvSpPr txBox="1">
            <a:spLocks/>
          </p:cNvSpPr>
          <p:nvPr/>
        </p:nvSpPr>
        <p:spPr>
          <a:xfrm>
            <a:off x="8570773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03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F09F5D7-4772-9A1C-9DCE-03FC8BB033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5065160" cy="322608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1C5E21B-63AB-6CD6-6259-426E0B6F76F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1986" y="30293"/>
            <a:ext cx="4741596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997958C-F8F5-D599-5614-7A4CCCBC4DA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70CBA3DF-866B-94F6-94C3-B4899C4BD690}"/>
              </a:ext>
            </a:extLst>
          </p:cNvPr>
          <p:cNvSpPr txBox="1">
            <a:spLocks/>
          </p:cNvSpPr>
          <p:nvPr/>
        </p:nvSpPr>
        <p:spPr>
          <a:xfrm>
            <a:off x="5065158" y="1867230"/>
            <a:ext cx="7011227" cy="78841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2.2 Tailwind CSS</a:t>
            </a:r>
            <a:endParaRPr lang="en-US" sz="3600" b="1" cap="none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ABEB108-3635-0B85-682B-641562CA8D2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7054" y="2020660"/>
            <a:ext cx="9256084" cy="456507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3BA96C6-3A2F-5C16-E2F8-A194220F5F6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48339" y="2473419"/>
            <a:ext cx="2923705" cy="788415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40334917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94EE4C-2170-01C1-B0EF-CEFB195EC3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chain links">
            <a:extLst>
              <a:ext uri="{FF2B5EF4-FFF2-40B4-BE49-F238E27FC236}">
                <a16:creationId xmlns:a16="http://schemas.microsoft.com/office/drawing/2014/main" id="{E69F5743-F0DD-69FE-6008-A2C6A5299ABF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23993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9F849B3F-308D-D020-EDD5-597BEB6225A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CB7D1C94-555F-5A47-9C2B-C1B1E07075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65159" y="1232245"/>
            <a:ext cx="7011227" cy="788415"/>
          </a:xfrm>
        </p:spPr>
        <p:txBody>
          <a:bodyPr>
            <a:normAutofit lnSpcReduction="10000"/>
          </a:bodyPr>
          <a:lstStyle/>
          <a:p>
            <a:r>
              <a:rPr lang="en-US" altLang="zh-CN" sz="4800" b="1" dirty="0"/>
              <a:t>2. CSS Styling</a:t>
            </a:r>
            <a:endParaRPr lang="en-US" sz="4800" b="1" dirty="0"/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F638F180-1322-0B14-CBDF-3725E3FC736E}"/>
              </a:ext>
            </a:extLst>
          </p:cNvPr>
          <p:cNvSpPr txBox="1">
            <a:spLocks/>
          </p:cNvSpPr>
          <p:nvPr/>
        </p:nvSpPr>
        <p:spPr>
          <a:xfrm>
            <a:off x="8570773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04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ED7E093-F018-EC0E-CF9A-52532814AC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5065160" cy="322608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A2D1822-ECD5-4B69-3B2A-043016FA3D8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1986" y="30293"/>
            <a:ext cx="4741596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4BA5DE6-DB4B-8D2E-9615-8F523BC77E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AEFD86A6-46B5-8A26-873E-5688A5AD3D94}"/>
              </a:ext>
            </a:extLst>
          </p:cNvPr>
          <p:cNvSpPr txBox="1">
            <a:spLocks/>
          </p:cNvSpPr>
          <p:nvPr/>
        </p:nvSpPr>
        <p:spPr>
          <a:xfrm>
            <a:off x="5065158" y="1867230"/>
            <a:ext cx="7011227" cy="78841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2.3 CSS Modules</a:t>
            </a:r>
            <a:endParaRPr lang="en-US" sz="3600" b="1" cap="none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B28593E3-1C77-6CE6-348F-403C997BEB0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7006" y="1931775"/>
            <a:ext cx="9165363" cy="459305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6343320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43F61A-45D3-F2AB-1EE1-0E94A4A227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A44D3A9E-51D4-C202-0196-70EEA9ED8CD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DE45AB62-977F-75BA-7E04-2DBFA36AD2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896392" y="1083848"/>
            <a:ext cx="7011227" cy="788415"/>
          </a:xfrm>
        </p:spPr>
        <p:txBody>
          <a:bodyPr>
            <a:normAutofit lnSpcReduction="10000"/>
          </a:bodyPr>
          <a:lstStyle/>
          <a:p>
            <a:r>
              <a:rPr lang="en-US" altLang="zh-CN" sz="4800" b="1" dirty="0"/>
              <a:t>2. CSS Styling</a:t>
            </a:r>
            <a:endParaRPr lang="en-US" sz="4800" b="1" dirty="0"/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AF86997A-6C24-593A-4601-1BB6353F0D4F}"/>
              </a:ext>
            </a:extLst>
          </p:cNvPr>
          <p:cNvSpPr txBox="1">
            <a:spLocks/>
          </p:cNvSpPr>
          <p:nvPr/>
        </p:nvSpPr>
        <p:spPr>
          <a:xfrm>
            <a:off x="8570773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05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7DF2B5B-E63F-6C61-F8B6-8AC0966A38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DCDCE82-856C-FF31-33BE-8D0576C341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77793B7-E623-C853-EBCB-0D6028B2A2C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22BF4C81-9674-00DA-56EF-27988CAC0559}"/>
              </a:ext>
            </a:extLst>
          </p:cNvPr>
          <p:cNvSpPr txBox="1">
            <a:spLocks/>
          </p:cNvSpPr>
          <p:nvPr/>
        </p:nvSpPr>
        <p:spPr>
          <a:xfrm>
            <a:off x="3896391" y="1718833"/>
            <a:ext cx="7011227" cy="78841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2.4 “clsx”</a:t>
            </a:r>
            <a:r>
              <a:rPr lang="zh-CN" altLang="en-US" sz="3600" b="1" cap="none" dirty="0"/>
              <a:t> </a:t>
            </a:r>
            <a:r>
              <a:rPr lang="en-US" altLang="zh-CN" sz="3600" b="1" cap="none" dirty="0"/>
              <a:t>library 2.5 Others</a:t>
            </a:r>
            <a:endParaRPr lang="en-US" sz="3600" b="1" cap="none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9F4D782-CED4-BE94-48A9-8251E1B1439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85495" y="1851820"/>
            <a:ext cx="9090839" cy="468254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52666FD-A2EE-9D7E-5D14-ECFA46F3E1F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0721" y="3707543"/>
            <a:ext cx="3248478" cy="2534004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65000" dist="50800" dir="12900000" kx="195000" ky="145000" algn="tl" rotWithShape="0">
              <a:srgbClr val="000000">
                <a:alpha val="30000"/>
              </a:srgbClr>
            </a:outerShdw>
          </a:effectLst>
          <a:scene3d>
            <a:camera prst="orthographicFront">
              <a:rot lat="0" lon="0" rev="360000"/>
            </a:camera>
            <a:lightRig rig="twoPt" dir="t">
              <a:rot lat="0" lon="0" rev="7200000"/>
            </a:lightRig>
          </a:scene3d>
          <a:sp3d contourW="12700">
            <a:bevelT w="25400" h="1905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1276129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886C92-9EBD-C300-8FD5-949FA8E810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411FE77B-A764-78AA-906F-FFC3D9AFEC0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2783CB31-4982-8D63-C564-2F422D1FDDD5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F12CCF5-7FF0-BD53-175A-523D6048CF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48D9D8A-5C91-E7D1-1B23-551071FA4F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F4E9844-12AB-8CB5-9F96-B5C0AE5D4B2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34A54A58-AD33-37A6-E3AA-540D94417F54}"/>
              </a:ext>
            </a:extLst>
          </p:cNvPr>
          <p:cNvSpPr txBox="1">
            <a:spLocks/>
          </p:cNvSpPr>
          <p:nvPr/>
        </p:nvSpPr>
        <p:spPr>
          <a:xfrm>
            <a:off x="3896391" y="1718833"/>
            <a:ext cx="7011227" cy="78841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3.1/3.2 Adding Primary Font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A2D7F02-6AC2-D46E-2A29-BBE7646FB38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77730" y="1083848"/>
            <a:ext cx="8714250" cy="788415"/>
          </a:xfrm>
        </p:spPr>
        <p:txBody>
          <a:bodyPr anchor="ctr">
            <a:normAutofit fontScale="77500" lnSpcReduction="20000"/>
          </a:bodyPr>
          <a:lstStyle/>
          <a:p>
            <a:r>
              <a:rPr lang="en-US" altLang="zh-CN" sz="4800" b="1" dirty="0"/>
              <a:t>3. Optimizing Fonts and Images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C41E53D-752A-3477-B398-8AC662596C7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9810" y="1910791"/>
            <a:ext cx="9612066" cy="457263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58D16EE-D7D1-DADA-3694-B9B222B2E4D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01678" y="4418029"/>
            <a:ext cx="5430008" cy="1876687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923610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588546-FEA0-DF40-02DF-D83C78296D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C81E030E-5182-A799-10FA-D6149B92936E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2E29FF69-C4CC-CBA5-5F6F-81B89ADDE424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07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D8D8836-8156-6270-33C7-40A7AF26AA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17110EB-482E-9AF8-9A23-3350E597508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A5C3AA4-EC50-5D2A-6A2E-8B487824568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9803D183-B3D1-CFED-DBAE-474CA2DB69E6}"/>
              </a:ext>
            </a:extLst>
          </p:cNvPr>
          <p:cNvSpPr txBox="1">
            <a:spLocks/>
          </p:cNvSpPr>
          <p:nvPr/>
        </p:nvSpPr>
        <p:spPr>
          <a:xfrm>
            <a:off x="3896391" y="1718833"/>
            <a:ext cx="7011227" cy="78841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3.3 Practice: Add a 2</a:t>
            </a:r>
            <a:r>
              <a:rPr lang="en-US" altLang="zh-CN" sz="3600" b="1" cap="none" baseline="30000" dirty="0"/>
              <a:t>nd</a:t>
            </a:r>
            <a:r>
              <a:rPr lang="en-US" altLang="zh-CN" sz="3600" b="1" cap="none" dirty="0"/>
              <a:t> Font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6C72506-FA98-05E1-A96A-7FBEE23CC53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77730" y="1083848"/>
            <a:ext cx="8714250" cy="788415"/>
          </a:xfrm>
        </p:spPr>
        <p:txBody>
          <a:bodyPr anchor="ctr">
            <a:normAutofit fontScale="77500" lnSpcReduction="20000"/>
          </a:bodyPr>
          <a:lstStyle/>
          <a:p>
            <a:r>
              <a:rPr lang="en-US" altLang="zh-CN" sz="4800" b="1" dirty="0"/>
              <a:t>3. Optimizing Fonts and Images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49A17F3-2188-8932-A1A5-6501F6E8FA7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4688" y="1872263"/>
            <a:ext cx="9573961" cy="463932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0393947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E98BBA-4038-EC9D-1015-19C87D993C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86F8DE56-FCDD-4885-7530-68BC209E57C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5412BB59-55C0-38DA-9118-9ED7237AB772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08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BD9991E-411A-F085-B7EA-1FE5BC8B64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9459314-3B91-E14D-2E74-D4C63112DE0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AC5A144-532D-AF44-A250-2C00D00412F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8E28ED86-1549-D993-EA74-C112DC505716}"/>
              </a:ext>
            </a:extLst>
          </p:cNvPr>
          <p:cNvSpPr txBox="1">
            <a:spLocks/>
          </p:cNvSpPr>
          <p:nvPr/>
        </p:nvSpPr>
        <p:spPr>
          <a:xfrm>
            <a:off x="3896391" y="1718833"/>
            <a:ext cx="8052454" cy="78841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5000"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3.4/3.5/3.6 Adding Desktop Hero Image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38EFDAE-308A-71EB-35AB-0AA40B409E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77730" y="1083848"/>
            <a:ext cx="8714250" cy="788415"/>
          </a:xfrm>
        </p:spPr>
        <p:txBody>
          <a:bodyPr anchor="ctr">
            <a:normAutofit fontScale="77500" lnSpcReduction="20000"/>
          </a:bodyPr>
          <a:lstStyle/>
          <a:p>
            <a:r>
              <a:rPr lang="en-US" altLang="zh-CN" sz="4800" b="1" dirty="0"/>
              <a:t>3. Optimizing Fonts and Images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72BA5F2-3F86-E89F-C7B4-62B24D8EFC3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823" y="1959518"/>
            <a:ext cx="9497750" cy="453453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D850706-6935-27E6-BB44-BDDD1D94D1E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97144" y="4466756"/>
            <a:ext cx="4239217" cy="102884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3881044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BFFB8B-A01D-2B21-B036-993014878A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14A6BC9F-BBFE-5A2A-2691-8F713E8AAA4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10446DE6-87A8-013A-6F62-C7D267F5BEAE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09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EBF8C84-D63E-1A93-790B-077DD275A7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79AED1C-53D6-1E5B-A696-9C19625E73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A0907DF-088E-B9CE-D75D-5AE009009FB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061627EC-4510-D6C8-0252-D04E489C6E34}"/>
              </a:ext>
            </a:extLst>
          </p:cNvPr>
          <p:cNvSpPr txBox="1">
            <a:spLocks/>
          </p:cNvSpPr>
          <p:nvPr/>
        </p:nvSpPr>
        <p:spPr>
          <a:xfrm>
            <a:off x="3896391" y="1718833"/>
            <a:ext cx="7011227" cy="78841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7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3.7 Practice: Add Mobile Hero Image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D72061F-E14B-F860-FF78-2E3EA5998D7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77730" y="1083848"/>
            <a:ext cx="8714250" cy="788415"/>
          </a:xfrm>
        </p:spPr>
        <p:txBody>
          <a:bodyPr anchor="ctr">
            <a:normAutofit fontScale="77500" lnSpcReduction="20000"/>
          </a:bodyPr>
          <a:lstStyle/>
          <a:p>
            <a:r>
              <a:rPr lang="en-US" altLang="zh-CN" sz="4800" b="1" dirty="0"/>
              <a:t>3. Optimizing Fonts and Images</a:t>
            </a:r>
            <a:endParaRPr lang="en-US" sz="4800" b="1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A36836AE-DB6E-0CAD-C956-6E550D93C3E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9810" y="1872263"/>
            <a:ext cx="9612066" cy="468695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9020969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D9B44A-D612-91F2-AF55-D3CB44B5FC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DB405EBA-B5D6-465D-D30A-BDB3F4EC267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0D9E6601-40E9-2E73-1FE4-62E49FC3CE57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10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C4ED9AF-2A14-413F-9302-F65069C259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2D72D5A-BA7E-B858-E1A1-29DDAD55B39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1978822-F247-F3D7-DB2A-90E9FCF202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A38BD9FC-69E1-8738-9E57-DF3C071FF351}"/>
              </a:ext>
            </a:extLst>
          </p:cNvPr>
          <p:cNvSpPr txBox="1">
            <a:spLocks/>
          </p:cNvSpPr>
          <p:nvPr/>
        </p:nvSpPr>
        <p:spPr>
          <a:xfrm>
            <a:off x="3896391" y="1718833"/>
            <a:ext cx="8196479" cy="78841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4.1 Nested routing 4.2 Create Page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9B72EA-518B-D665-C3CE-C0A6B371E87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4. Creating Layouts &amp; Pages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0212513-A107-6E25-1524-08799084458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2085205"/>
            <a:ext cx="10438544" cy="421775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5949579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BC64CD-BDA0-25A2-285F-5BBF5F9096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A09DFD75-30F5-3447-FCE8-72E2B91625F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C3949CA5-CBEA-4668-F81D-7794D2D8B12D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11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845DF9F-80F9-0591-A1FC-823799276C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A0A1416-E466-3F6F-7390-27E66A5500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BB05E1F-2F1E-303F-3CBA-82B19F6D6B0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114D7A56-65CB-A815-6E9D-2ED3BA1A3C3A}"/>
              </a:ext>
            </a:extLst>
          </p:cNvPr>
          <p:cNvSpPr txBox="1">
            <a:spLocks/>
          </p:cNvSpPr>
          <p:nvPr/>
        </p:nvSpPr>
        <p:spPr>
          <a:xfrm>
            <a:off x="3896391" y="1718833"/>
            <a:ext cx="8196479" cy="78841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4.3 Practice: Create Dashboard Page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3152ED4-8857-5CB9-87C7-8665BBDA2F0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4. Creating Layouts &amp; Pages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0A70EB5-18FC-7670-AAF7-8E99E5347CD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256854" y="1959518"/>
            <a:ext cx="11003622" cy="447568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6459441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BC6ABF-C404-FFDF-B8A1-8BE0D43756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DD3EB650-D78F-3E4A-2131-50EA9F30DF9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AAF81C2A-10C0-E8DA-C56D-2C7608AFA5EA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12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A59E6A6-1065-A9A6-1330-EB39D7B2C8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C300F1C-369E-E508-30A3-D3A9DB61BE3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AF3FBE0-DF47-7302-97C7-E72DF9F39B2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44E3EB08-FE5B-9194-FBFE-C3172AEEFE9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4. Creating Layouts &amp; Pages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877A86A-F0DA-6605-2EF3-9C33FC5938E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2209961"/>
            <a:ext cx="10585758" cy="428158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4AEF23AA-A95D-0376-7245-E7B460334D8C}"/>
              </a:ext>
            </a:extLst>
          </p:cNvPr>
          <p:cNvSpPr txBox="1">
            <a:spLocks/>
          </p:cNvSpPr>
          <p:nvPr/>
        </p:nvSpPr>
        <p:spPr>
          <a:xfrm>
            <a:off x="3896391" y="1878488"/>
            <a:ext cx="8196479" cy="123485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4.4 Create Dashboard Layout &amp; </a:t>
            </a:r>
          </a:p>
          <a:p>
            <a:r>
              <a:rPr lang="en-US" altLang="zh-CN" sz="3600" b="1" cap="none" dirty="0"/>
              <a:t>4.5 Root Layout</a:t>
            </a:r>
            <a:endParaRPr lang="en-US" sz="3600" b="1" cap="none" dirty="0"/>
          </a:p>
        </p:txBody>
      </p:sp>
    </p:spTree>
    <p:extLst>
      <p:ext uri="{BB962C8B-B14F-4D97-AF65-F5344CB8AC3E}">
        <p14:creationId xmlns:p14="http://schemas.microsoft.com/office/powerpoint/2010/main" val="416163374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83AF3A-08F7-DF84-EECB-D0FE6D043B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8B4C7083-EBDE-D3FC-F5D8-8268AE35290B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109BAEE5-00EE-AEDB-56A6-0CAE4FF82FD5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13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925F4F5-DA53-959C-EFA5-ECCB3AF496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2B4F268-76AB-B65C-EC2B-534FDE8E27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7440243-5E3B-2A20-81AB-5143DBB9412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77AEA444-2853-72DE-0DD1-848A0E6AEC88}"/>
              </a:ext>
            </a:extLst>
          </p:cNvPr>
          <p:cNvSpPr txBox="1">
            <a:spLocks/>
          </p:cNvSpPr>
          <p:nvPr/>
        </p:nvSpPr>
        <p:spPr>
          <a:xfrm>
            <a:off x="3896391" y="1718833"/>
            <a:ext cx="8196479" cy="78841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5.1/5.2 The &lt;link&gt; component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252368-82D0-25C4-BA76-E53E13B11B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fontScale="92500"/>
          </a:bodyPr>
          <a:lstStyle/>
          <a:p>
            <a:r>
              <a:rPr lang="en-US" altLang="zh-CN" sz="4800" b="1" dirty="0"/>
              <a:t>5. Navigating between Pages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75D916B-D182-2FD2-07E4-80862A861AB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130" y="1959518"/>
            <a:ext cx="9991916" cy="436847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51525906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238B21-0E37-DA28-B60C-EB42C459FD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57AFAE3B-EC0D-5F8E-6FAA-6F2A992E562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32CC5D40-6355-8C95-DF25-B72964546D6C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14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BE25B37-DF0A-5B98-E8F0-BFA113A90C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5294E8-A181-8B17-DD85-972867A9B4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65A5E9B-ED0F-1BE5-E2F3-31BAA42FDBC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3EEB62C2-0FE2-48CB-AE68-33FF8003729E}"/>
              </a:ext>
            </a:extLst>
          </p:cNvPr>
          <p:cNvSpPr txBox="1">
            <a:spLocks/>
          </p:cNvSpPr>
          <p:nvPr/>
        </p:nvSpPr>
        <p:spPr>
          <a:xfrm>
            <a:off x="3896391" y="1718833"/>
            <a:ext cx="8196479" cy="78841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5.3 Pattern: Showing active links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3E89E21-9529-4A57-7970-DF75CED8427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fontScale="92500"/>
          </a:bodyPr>
          <a:lstStyle/>
          <a:p>
            <a:r>
              <a:rPr lang="en-US" altLang="zh-CN" sz="4800" b="1" dirty="0"/>
              <a:t>5. Navigating between Pages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95BFB16-0741-9180-CFF1-FBDED588F69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9694" y="1959518"/>
            <a:ext cx="10503148" cy="452347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60518957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559127-ABA3-C64C-AABE-2B3F834D31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A24B1E36-D5D1-3877-AB0E-283BC0131BF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4FC49BAF-7B78-A90F-26AA-190400EC5ADB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15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E895D2C-880B-5B6A-4A81-59D1F62222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AA3D7CA-19AD-B408-513A-72B5443198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52A4634-C732-645D-7808-DE312E720BD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B3227543-C3FB-955E-F688-D72837FD5A68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5000"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6.1 Create </a:t>
            </a:r>
            <a:r>
              <a:rPr lang="en-US" altLang="zh-CN" sz="3600" b="1" cap="none" dirty="0" err="1"/>
              <a:t>Github</a:t>
            </a:r>
            <a:r>
              <a:rPr lang="en-US" altLang="zh-CN" sz="3600" b="1" cap="none" dirty="0"/>
              <a:t> Repo and 6.2 Vercel Account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58032A5-AC50-B445-F084-5476CE4119E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6. Setting Up Your Database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8526ECE-2943-A3DB-5112-6B57C3AE244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82193" y="2032321"/>
            <a:ext cx="9914562" cy="440066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2C187A3-AD07-6580-5059-B952F05CC6E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26372" y="4621914"/>
            <a:ext cx="1204612" cy="115223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590B8ADC-111F-AED7-B90E-7DF1C2FCE9C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1474" y="4621914"/>
            <a:ext cx="1902937" cy="1064946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298873904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A55835-1C7B-0AF9-3BBF-ED4D233112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E247015B-CAEB-1F8F-6555-4E5D8C439D4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58013667-5AC9-72FC-A2CA-5D72DA0C2806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8FC03A2-0990-05CA-C194-22682781E8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C86A7A8-AA4B-3ABF-9254-D8DF183F2F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1F5438A-59F5-92DE-1871-ADF141E8977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177B65EC-1852-E523-911C-3C3DC72EBE35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6.3 Connect and Deploy Project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724144-44E4-45FA-9EA8-146C90B9533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6. Setting Up Your Database</a:t>
            </a:r>
            <a:endParaRPr lang="en-US" sz="4800" b="1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0BD08636-912A-72E6-F9DF-EA231556B59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2032321"/>
            <a:ext cx="10189931" cy="447755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918B25F-D1A4-7F30-7F12-4BD240D9877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02096" y="3669298"/>
            <a:ext cx="1204612" cy="115223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D53845D-1113-CC62-04C4-6AD121658D3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52934" y="5604990"/>
            <a:ext cx="1902937" cy="1064946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8" name="Arrow: Down 7">
            <a:extLst>
              <a:ext uri="{FF2B5EF4-FFF2-40B4-BE49-F238E27FC236}">
                <a16:creationId xmlns:a16="http://schemas.microsoft.com/office/drawing/2014/main" id="{74A70F6E-A23E-606D-B37E-6745ABA38B50}"/>
              </a:ext>
            </a:extLst>
          </p:cNvPr>
          <p:cNvSpPr/>
          <p:nvPr/>
        </p:nvSpPr>
        <p:spPr>
          <a:xfrm>
            <a:off x="10144807" y="4885218"/>
            <a:ext cx="719191" cy="656090"/>
          </a:xfrm>
          <a:prstGeom prst="downArrow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757292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CD3196-9424-6208-FBF1-1061E2F35B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B7BC302A-6A59-57E9-288F-4D1937BEF77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D9A3B009-1729-CF99-3536-143A0AA40867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17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D2D7F36-BD7F-5E7E-0E24-DCE500DC29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FC096A2-3FAC-8A8B-5A06-12409748FE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23A9E81-70B3-1FFD-B373-A8658B47060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A873C986-CDAE-F361-FD65-670B544EDE5F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6.4 Create a </a:t>
            </a:r>
            <a:r>
              <a:rPr lang="en-US" altLang="zh-CN" sz="3600" b="1" cap="none" dirty="0" err="1"/>
              <a:t>Postgre</a:t>
            </a:r>
            <a:r>
              <a:rPr lang="en-US" altLang="zh-CN" sz="3600" b="1" cap="none" dirty="0"/>
              <a:t> Database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E89D0D4-208C-0651-EB9F-AF607C4CD13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6. Setting Up Your Database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3068E5F-2A6D-EA17-C9E9-F30C86778F9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64395" y="1959518"/>
            <a:ext cx="10397544" cy="446799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08654767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4A7F0B-D371-CF82-5BC9-EA64D68B81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68AC6869-C189-9D61-2E9C-229C9E0676E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0CC06BA4-D1F2-CA05-80EA-EEDB1A1A97C6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18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DF3CBE5-81C1-1B80-92A8-FC2FED0FABD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9A7BC1B-7D30-F3B5-2080-321BFD2A15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4A8030B-5712-B83C-8E28-430B6B55BB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F4E34D1B-8C53-DDFA-90F4-6AB27AF06CCC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6.5 Seed your Database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903E48-3D4F-6EF8-E0AA-0E8BD1F7E9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6. Setting Up Your Database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73AB7E8-B019-4556-581B-D59D0733A40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516" y="1959518"/>
            <a:ext cx="10230118" cy="438433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31557929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171D80-EC53-F179-9FCC-D3DA4B4CF6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61B373C2-EB82-294C-7747-B83314E0922B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13A95818-1918-AC05-3D7B-A1E67876AC87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19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605855A-9D18-ABE8-E26E-56752E4AC5E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8022281-64E9-C4AA-820F-80115E347C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48BE68C-C3EC-9C38-D556-77658511990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E08B1370-73CD-6B09-F344-CAA1A8FA6E61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6.6 Executing Queries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1CA42AC-5611-4D1A-B4D9-193A1808C1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6. Setting Up Your Database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DD1EBC9-D2BE-8F7B-B218-FEF6886A419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9579" y="1959518"/>
            <a:ext cx="10222208" cy="453582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63388681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702E30-BBDD-8F82-D39F-129E07809E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E247E9D7-1D13-A0AD-61C7-C2FD5E561C2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3C02C729-44B6-5D6B-2B52-1A0394F46A91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20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582CA10-2177-4545-2BEB-7402049C76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04002DF-CCBD-77BE-6839-3A65C1FC2E3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C43FAAE-BD90-DBB6-223C-8AB87A9839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95E42B07-86C5-E1AE-0462-EC8A95932310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7.1 Choosing how to fetch data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BC2821-4001-3904-777D-06C7E44992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7. Fetching Data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7ADBC16-D276-9633-E2F3-5C84C5A7B33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5633" y="1872263"/>
            <a:ext cx="9506857" cy="467106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14033929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D1C399-F9B6-77A2-D648-1F53EC1E0D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F1DD1BC6-3887-3E9A-E090-500F91B72BF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7184580E-36AC-E093-8D33-7612FE188941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21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9F0BF46-90F8-6DB4-2560-4F877CDFA8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AB85975-6EA1-D7EF-40C5-97329BC95D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2ED6397-A4EB-8C4D-AEEE-E71283E531B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3D673D4D-3220-421A-4A52-D952D7ADD075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7.2 Fetching data from app overview page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0B480B-A8AE-4CD4-4DD8-D6CB93BAC40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7. Fetching Data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717B0F2-D89F-0FE0-981B-060092586C9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0021" y="2092786"/>
            <a:ext cx="9165876" cy="443466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36866761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6BD59D-DEA3-CCA6-C8AC-25C26AC0AD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2F028C76-FA0B-059E-6B93-170EDE7FC07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489CCA6A-8808-52D1-7188-33FEB94A4B48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22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EC3E861-4F90-7D17-81D3-83A1DAD165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ABCB3EB-9DBE-69C4-7632-01B0D89A8A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A453A17-DE59-96D1-3FB4-22A210B0350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A8230DD4-7101-6825-8F49-AFFF5E213DE5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7.3 Fetching data from &lt;</a:t>
            </a:r>
            <a:r>
              <a:rPr lang="en-US" altLang="zh-CN" sz="3600" b="1" cap="none" dirty="0" err="1"/>
              <a:t>RevenueChart</a:t>
            </a:r>
            <a:r>
              <a:rPr lang="en-US" altLang="zh-CN" sz="3600" b="1" cap="none" dirty="0"/>
              <a:t> /&gt;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9F6F698-BA2A-5F0B-89BD-BECF510E0EA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7. Fetching Data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125B24A-8E88-51AC-7A8A-F6F994CC625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3143" y="1959518"/>
            <a:ext cx="9546510" cy="462329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33B3FD5-3F78-0843-8C28-CC6EE24F3D1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93597" y="3744693"/>
            <a:ext cx="4188600" cy="29253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79735790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265B65-8B11-2AB1-4041-A5F7D6A988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C4133FC9-4046-24EE-B11E-177F8A77125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B6CC97A8-886E-31D5-B327-3A86A297A72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099C3FB8-6055-632B-D9C6-FE7E7B2DED67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23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77509BF-BC87-840B-AF08-3BEECD6C63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BA3ABC1-EFC2-8046-230A-82365EAD1F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EA7B300-E44E-2542-7DB5-69EC276DA29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1B4D2E9C-9C3E-6374-CE39-DA570E5F4FEB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7.4 Fetching data from &lt;</a:t>
            </a:r>
            <a:r>
              <a:rPr lang="en-US" altLang="zh-CN" sz="3600" b="1" cap="none" dirty="0" err="1"/>
              <a:t>LatestInvoices</a:t>
            </a:r>
            <a:r>
              <a:rPr lang="en-US" altLang="zh-CN" sz="3600" b="1" cap="none" dirty="0"/>
              <a:t> /&gt;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3582311-DE16-F383-212B-0F7C95AF82A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7. Fetching Data</a:t>
            </a:r>
            <a:endParaRPr lang="en-US" sz="4800" b="1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F9552EF9-3C2C-3B32-6DAF-F7F65309351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9417" y="2032321"/>
            <a:ext cx="9071710" cy="452885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D428B9E6-CD42-58EA-8CDD-8C913A69746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21519" y="4108238"/>
            <a:ext cx="5990291" cy="252111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88329263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978C33-4720-7ECB-4D57-EF083CD312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F38FB318-EB75-D388-1362-B25E1127EF4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572BA7B2-EF6C-ECCB-4B12-E0405F54135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283FF731-328E-A67F-89D6-7D3C7E09FFBC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24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64A7CB0-4C1C-CD79-28DA-50E13D9277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7B32EF7-042D-1D3D-2C5E-DE306989B25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7DF5C96-30C4-2246-33AF-22255C47165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95C7EDCD-FEC7-F7D5-37B2-1E344B5BE3A0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7.5 Practice: Fetch data for &lt;Card&gt;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827946C-1DC8-2F64-A8F1-10C81C6B5B5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7. Fetching Data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CF446B3-9437-0E18-2879-F84D279F194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61251" y="2289786"/>
            <a:ext cx="8155223" cy="412193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07E9CDCE-FE18-E580-04B4-4F09B766DAC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70193" y="4265716"/>
            <a:ext cx="4447401" cy="228324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69431063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6F5C9C-5773-454C-070C-1DCE9639B1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DCDD23DC-F07C-66F3-4419-875A6660919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04D59DE7-0633-D70D-11CF-996EE8CE3A4C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-14564" y="-2409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DF91573D-5967-6E04-7F9C-4E299B76722C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25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B5A9148-36E3-A462-25FE-BE78CCC631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038D78C-F978-151F-455A-52B708BF5C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C79166C-037C-5BAD-0408-DA6C9B5E1F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AA0E1994-3B33-2349-0A2F-CB205792F38E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7.6/7.7 Waterfall vs Parallel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ECA0AB8-5BEE-95E0-0AB2-F41BE9CDFEB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7. Fetching Data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B54DDF3-FDB1-06FD-6A3A-4528DC0DB06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7773" y="2452253"/>
            <a:ext cx="8345916" cy="416672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D4D9CCEA-4790-787A-81E9-CB75580F0FB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46883" y="2452253"/>
            <a:ext cx="4326998" cy="1962243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9404821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793800-AD85-51D9-1A30-2188FB0531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4A5AA699-0F91-B6D3-0897-4FCB14FA1FB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1C7F404F-E1CF-9883-1B39-DBE82E6E102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B0EB67B3-5EB0-2DD9-1BCF-8B2109E916E1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26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E77C510-6CD2-3261-2A2E-B9A9B9D4A3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D4642DF-3F9E-4305-8A31-581163F1D8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A9B2364-303A-C063-7275-DD8D2C5CF01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D48D8309-F0AA-1A9C-CBB6-5D07C921D5F6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8.1/8.2 Static vs. Dynamic Rendering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074409C-EAB3-ACC3-BACC-FE99ED89BAA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fontScale="92500"/>
          </a:bodyPr>
          <a:lstStyle/>
          <a:p>
            <a:r>
              <a:rPr lang="en-US" altLang="zh-CN" sz="4800" b="1" dirty="0"/>
              <a:t>8. Static &amp; Dynamic Rendering</a:t>
            </a:r>
            <a:endParaRPr lang="en-US" sz="4800" b="1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C80B4CA-46E8-8340-634E-882663C0F27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247457" y="2078022"/>
            <a:ext cx="10920299" cy="402661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87F0EB4-D2CE-7BF5-3CA8-641D3696ADD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43460" y="3631374"/>
            <a:ext cx="4990612" cy="307158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48405274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EF51F5-2EE6-B243-820B-08B3F026ED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9B7B7F48-B79E-20AD-4B23-8BDE61FC11E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1CCD8EE7-1879-47D2-39A3-DC39F3DF311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-2409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2B6DE2DD-696C-E467-8EC0-30404D07BC60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27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8B9C369-0712-544C-BF3B-D22C9D7F2D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BFEA9B5-6F89-0FCD-A678-E702F639E6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F13B8B1-6892-8DF1-19E6-1B1C83BD859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BFC05A07-EA7B-FB63-D166-C4BF32855867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8.3 Simulating a Slow Data Fetch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BF3BC59-2872-65F9-17EA-A570B40F807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fontScale="92500"/>
          </a:bodyPr>
          <a:lstStyle/>
          <a:p>
            <a:r>
              <a:rPr lang="en-US" altLang="zh-CN" sz="4800" b="1" dirty="0"/>
              <a:t>8. Static &amp; Dynamic Rendering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486F69C-5D0F-1842-35AA-68187958C05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291921" y="2134045"/>
            <a:ext cx="10706637" cy="397407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11D16EF3-6715-1F59-1900-EFB829C69BF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83689" y="3829318"/>
            <a:ext cx="2874538" cy="287453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04723811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9EF259-FA05-AEC0-A22E-FC56808220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296B842F-BB07-F6D4-4DE7-7774D558A8DE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C3497A31-4FAB-D5A2-21F8-B9048B1027D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-2409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057CAD2D-DAF0-2CE3-4574-A2C0CD3407E9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28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044232A-EF11-DED9-DEA5-99863F2F7E0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00BA525-F3F1-54A3-9A19-5FD5B7C0984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8419BE7-60E8-EAB2-0967-5A81CEE6406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EC5F3410-9118-0D76-ADCF-9AD614CF7ACC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9.1 What is Streaming?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D25A154-6BDE-7A58-0D6D-6F7FD1DFC1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9. Streaming</a:t>
            </a:r>
            <a:endParaRPr lang="en-US" sz="4800" b="1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478A380-6E7D-E5FF-1F80-AF0A8D321A4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8783" y="2189755"/>
            <a:ext cx="8883629" cy="421206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24C281E8-20E4-AFC0-D0D2-9A0CDEC45ED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91865" y="4696993"/>
            <a:ext cx="3986299" cy="142461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63856595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FD82DA-EC26-9516-5B24-CAA4FC3A89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2C83C307-F58E-9359-DE38-B1C4D4738F3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18D7134A-6A1E-93A0-F058-5C7C95BC021F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-2409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C56E7FE1-16C8-485A-D2C1-B046E5814E2F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29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9AB5D19-7C07-EFEB-5701-9D85BFB95E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4B219F9-9F85-295F-6CCC-C1E8E92E66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09C667F-3F2F-C935-37A1-9F7425FEF9B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9ADDA312-26B7-8A42-5292-829C57B39400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9.2 Streaming page with ‘</a:t>
            </a:r>
            <a:r>
              <a:rPr lang="en-US" altLang="zh-CN" sz="3600" b="1" cap="none" dirty="0" err="1"/>
              <a:t>loading.tsx</a:t>
            </a:r>
            <a:r>
              <a:rPr lang="en-US" altLang="zh-CN" sz="3600" b="1" cap="none" dirty="0"/>
              <a:t>’ (0)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148ACA-1300-5E16-7907-F53FC4EA43C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9. Streaming</a:t>
            </a:r>
            <a:endParaRPr lang="en-US" sz="4800" b="1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DB494B61-5DD6-9A29-82D2-C3A5B66247D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5961" y="2032321"/>
            <a:ext cx="10144259" cy="439680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82063092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25FDAD-63E8-0273-FA55-65050B6CE3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F44BE652-B11F-3F7B-8401-521AF41C244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04E078C2-B653-0DB9-2C0D-F74D8AA08EE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-2409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0A06AF3F-C619-C7D4-A812-BB77D843EEDA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30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BCE0C97-4544-991A-8ED9-F0ADA6280C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7EF8DCA-BC41-FD85-66E7-DA79B6B095C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24B534E-4F1A-8D29-74B0-D21D4D8537C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D2E76566-237A-F122-F370-E9D930092BCC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9.2 Streaming page with ‘</a:t>
            </a:r>
            <a:r>
              <a:rPr lang="en-US" altLang="zh-CN" sz="3600" b="1" cap="none" dirty="0" err="1"/>
              <a:t>loading.tsx</a:t>
            </a:r>
            <a:r>
              <a:rPr lang="en-US" altLang="zh-CN" sz="3600" b="1" cap="none" dirty="0"/>
              <a:t>’ (1)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D7190F3-BABB-89AE-84F8-E8344C1BFEE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9. Streaming</a:t>
            </a:r>
            <a:endParaRPr lang="en-US" sz="4800" b="1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C1CFFC77-691D-0E02-BAA1-C696CEC61A9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5961" y="2032321"/>
            <a:ext cx="10144259" cy="439680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1152501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C4BEFC-270C-0B9F-0D95-F89E28EFB1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493019E9-5344-4830-D026-83481B5A1DA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BB033C3D-5A51-7EC4-C418-4A71814BDCCE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-2409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FEB6E83B-F76B-7A76-7246-7E4C93D53B91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31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C07D041-7D83-7D20-E9F1-AF81F5AD5A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C351C4D-5C17-ED39-9B12-FA87FE5B6A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DD84348-64F1-3B77-4E90-8CDD31FF729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7A91CB22-C81B-9825-440F-5BE48FC0DDA2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9.2 Streaming page with ‘</a:t>
            </a:r>
            <a:r>
              <a:rPr lang="en-US" altLang="zh-CN" sz="3600" b="1" cap="none" dirty="0" err="1"/>
              <a:t>loading.tsx</a:t>
            </a:r>
            <a:r>
              <a:rPr lang="en-US" altLang="zh-CN" sz="3600" b="1" cap="none" dirty="0"/>
              <a:t>’ (2)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8598375-4FAA-AD89-E6FF-F16B457E9BF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9. Streaming</a:t>
            </a:r>
            <a:endParaRPr lang="en-US" sz="4800" b="1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947FDF83-F549-C45C-EB82-69AA6271578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557" y="2001719"/>
            <a:ext cx="10346028" cy="451954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44CF8ED-5573-C500-99B7-EFB61024296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85821" y="4133194"/>
            <a:ext cx="2219554" cy="221955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91427073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BED892-C9D0-CA51-5E88-67B0E059E2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628488B0-9BED-15B4-41B1-878C660CA0C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434CC088-2C88-393B-7A13-FC13D2BF0EAC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-28423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142AE723-7C0D-1DA7-34BA-0AC1338FA587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32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F7C6935-5A19-4392-579B-B3A36EA584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1E97606-2D8D-C909-38C2-5C9D13F73C7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63CE94E-8EDE-7CE4-A553-F50F45C51F0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0B70AFF2-0EFD-70C4-5171-D7B39B4A09F1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9.2 Streaming page with ‘</a:t>
            </a:r>
            <a:r>
              <a:rPr lang="en-US" altLang="zh-CN" sz="3600" b="1" cap="none" dirty="0" err="1"/>
              <a:t>loading.tsx</a:t>
            </a:r>
            <a:r>
              <a:rPr lang="en-US" altLang="zh-CN" sz="3600" b="1" cap="none" dirty="0"/>
              <a:t>’ (3)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BCCEDC2-A7C7-DBBC-992D-D0E7887498D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9. Streaming</a:t>
            </a:r>
            <a:endParaRPr lang="en-US" sz="4800" b="1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521DB99E-52CC-FF13-3C5E-AEC32C4E2A7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245" y="1959518"/>
            <a:ext cx="10290220" cy="444432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33357238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148781-8048-D645-EFDA-97807DAAF4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B258E795-1AE9-EDC4-7ABF-ADFA379AACA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8098C312-F61E-BEAC-2311-0C1263604F0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-2409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3528F393-C8DE-6609-9B39-C8058FEB9184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33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1F9A330-1EFB-3397-55D6-714D03E1B8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FFDFB37-C645-6423-4FF2-11E128AB1E1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626D58B-0751-75C4-8D21-8676D3CD9B0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96BB2FE0-BA69-4424-3941-45E00D062403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9.2 Streaming page with ‘</a:t>
            </a:r>
            <a:r>
              <a:rPr lang="en-US" altLang="zh-CN" sz="3600" b="1" cap="none" dirty="0" err="1"/>
              <a:t>loading.tsx</a:t>
            </a:r>
            <a:r>
              <a:rPr lang="en-US" altLang="zh-CN" sz="3600" b="1" cap="none" dirty="0"/>
              <a:t>’ (4)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5F31CDC-A2D9-B708-0275-6148305A790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9. Streaming</a:t>
            </a:r>
            <a:endParaRPr lang="en-US" sz="4800" b="1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C780E7C-6D3F-0B98-B03C-55AD1114268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77272" y="2078022"/>
            <a:ext cx="10303098" cy="438292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DC3D81F-CF81-4E0D-C8FB-10F38C40629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51807" y="4615120"/>
            <a:ext cx="3426932" cy="1622547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228208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B50F03-800E-CF79-0B52-51F476ACD1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FEB21390-5147-0404-A350-9D364BC368C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819378AF-1D88-46FA-3B4D-7692FC62952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-2409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ABE852EC-D4EC-DADF-3CE4-9FFC66F8FA4E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34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E261CB9-E0CD-DECD-AF68-BFA2B3DC83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7E11919-6412-7DAB-C143-E8D02DFB8F0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AABDE45-93AE-A598-40B9-EB62ABB2D8D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E3DC907D-D698-056C-9CAE-E63F37AB6EDB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9.3 Grouping Component 9.4 Deciding…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E3D961D-751F-FC31-6C81-D19D7D5A18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9. Streaming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267EE38-3C99-4ED3-9493-BAADF818456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6112" y="2061298"/>
            <a:ext cx="9522392" cy="447687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70069219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C4D271-FD27-592E-C418-D8B649CB3D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07F2D6E4-89BB-BD31-C639-0D95A9A89B6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729A7782-7A48-FD3A-7849-8575C718541F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35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22BDEC4-45EC-AAFC-71C1-B69C4454D47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726F0D3-F9B4-AB33-1EB8-23F354D0F2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23A87A9-4303-C870-32C8-5001ED6D5BF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FE14B9F8-55C9-77B5-D150-A448A34175F9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5000"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10.1 Starting Code 10.2 Why URL Search Params?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BE025BF-13E9-03E6-2349-C0AC1999A36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fontScale="85000" lnSpcReduction="10000"/>
          </a:bodyPr>
          <a:lstStyle/>
          <a:p>
            <a:r>
              <a:rPr lang="en-US" altLang="zh-CN" sz="4800" b="1" dirty="0"/>
              <a:t>10. Adding Search &amp; Pagination</a:t>
            </a:r>
            <a:endParaRPr lang="en-US" sz="4800" b="1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DF8A73B-D7BD-8AD8-4ECF-A020E802057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147013" y="2082185"/>
            <a:ext cx="11241069" cy="432495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8CB6B3F3-2FCC-2E46-F2EF-0C7E3721FAE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42798" y="4084979"/>
            <a:ext cx="3852063" cy="2399897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23013875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6D53BC-8A67-30E7-A0A7-9501E3A22F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5D460255-6416-1B49-E113-DD132896147C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DEE3A943-CAA4-D328-FA38-BD9327CEA1A8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36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732F8E8-D210-C677-598A-323AA3DD0E1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194395B-6B48-D4CD-E70D-6A37BE26983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D44662D-B431-E1C1-42F5-9559AA6D7F4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B26E8BC2-3CAE-CE38-259E-0ABAD74FC8FA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10.3 Adding Search Functionality – 10.3.1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876DFD3-1069-BAA1-8675-9AAE0B7C0C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fontScale="85000" lnSpcReduction="10000"/>
          </a:bodyPr>
          <a:lstStyle/>
          <a:p>
            <a:r>
              <a:rPr lang="en-US" altLang="zh-CN" sz="4800" b="1" dirty="0"/>
              <a:t>10. Adding Search &amp; Pagination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3F21276-23FE-DEFE-5B1E-C7731B86079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390418" y="2030401"/>
            <a:ext cx="11948845" cy="432126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6B1C5791-4F9E-3EF1-8591-B88842E9D2B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57240" y="4063004"/>
            <a:ext cx="3783629" cy="258745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38442095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E24ECB-F9CB-87D9-54E9-37978B770B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329DC8C9-1E02-5F3F-52DC-DCEC571A354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5BBBBF83-071C-41F0-1EF0-B02EC8CBBA50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37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964ACFD-67BE-B4C8-05EE-5C72EF3938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5777F05-2FA3-B3F5-7709-A25AD824D5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66F3D2C-B263-A0A0-F707-2198B44B52B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55A61F16-8A8F-D615-99EF-DA811C068B5B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10.3 Adding Search Functionality – 10.3.2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8A5A09-C01F-6C87-C327-3BFBF9628F7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fontScale="85000" lnSpcReduction="10000"/>
          </a:bodyPr>
          <a:lstStyle/>
          <a:p>
            <a:r>
              <a:rPr lang="en-US" altLang="zh-CN" sz="4800" b="1" dirty="0"/>
              <a:t>10. Adding Search &amp; Pagination</a:t>
            </a:r>
            <a:endParaRPr lang="en-US" sz="4800" b="1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691AE9F5-D068-A585-9003-D50FB5527E7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267128" y="2030401"/>
            <a:ext cx="11794733" cy="431552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DB54BB03-51D4-0E90-B8ED-97D5A1E5235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30238" y="4018208"/>
            <a:ext cx="4210880" cy="263386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19711012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B7B2CE-844B-BD0C-E487-675DCB27E9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9B2C81D6-DBFD-7D54-1CCB-1185C8275DB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710C18E7-47EB-BFE5-EBB1-89F6869775C4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36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B457BF0-FCCF-7AFE-0A33-F365C74B3A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A5659D8-57C9-9C17-3083-151C3BC5453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0344B11-9ED0-6238-1158-60D4B9D7248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9E875B93-18A2-4D9A-43EF-9DB57BAA8F87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10.3 Adding Search Functionality – 10.3.3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D02B1D9-7012-E1D1-992B-2D1B6B132D3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fontScale="85000" lnSpcReduction="10000"/>
          </a:bodyPr>
          <a:lstStyle/>
          <a:p>
            <a:r>
              <a:rPr lang="en-US" altLang="zh-CN" sz="4800" b="1" dirty="0"/>
              <a:t>10. Adding Search &amp; Pagination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BBBC226-ED8A-50E2-97E8-E50CD4BDF49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245" y="2090305"/>
            <a:ext cx="10777591" cy="391466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34F46B7-DF2B-B4E9-695B-9F6B268D66F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89006" y="4520474"/>
            <a:ext cx="3131377" cy="204962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09248705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5D6B50-FA04-7236-669B-2D19F59C98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A88065A4-B1C4-D2E3-10E9-60793A376EAB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EA1677C5-E52F-02A8-0442-C131A9EFF9B8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37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2BE9468-6DD6-6EF5-42B2-D582D9E181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A3DFCCE-7266-2ACE-33BF-840F96D5C01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5B7DAB9-415E-9B17-7D95-4F1B871E1A6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0968C0B8-CB55-5881-ED20-7505C22768CB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10.3 Adding Search Functionality – 10.3.4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AF2F97-4C86-1798-605B-64D9B830EA8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fontScale="85000" lnSpcReduction="10000"/>
          </a:bodyPr>
          <a:lstStyle/>
          <a:p>
            <a:r>
              <a:rPr lang="en-US" altLang="zh-CN" sz="4800" b="1" dirty="0"/>
              <a:t>10. Adding Search &amp; Pagination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205E654-4DEE-E879-0283-74634F15BF5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252561" y="2078022"/>
            <a:ext cx="11486508" cy="423306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31D63A6-85BA-6BED-F294-345972C8CC6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44467" y="4540959"/>
            <a:ext cx="1756356" cy="175635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42341954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428BC0-03FD-26AA-7C53-C9EE917D13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70EC0513-BEC1-EA94-1527-3CFB6A87A62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5221C671-BE65-C287-DD49-0ABCE90D7636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38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C9511E5-87C2-3820-A59E-A882B9442F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B9E3D77-A76E-0AD7-B4B9-C9D681A4F1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68F154D-D757-4793-A723-956447B28DD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0ADB4A08-65BD-A3AF-1F56-FABEA1C249C3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10.3 Adding Search Functionality – 10.3.5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A3CBE9D-9CAC-0574-01E8-43136AACBC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fontScale="85000" lnSpcReduction="10000"/>
          </a:bodyPr>
          <a:lstStyle/>
          <a:p>
            <a:r>
              <a:rPr lang="en-US" altLang="zh-CN" sz="4800" b="1" dirty="0"/>
              <a:t>10. Adding Search &amp; Pagination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8B43A19-5A67-466F-067B-0A98B1E2EF9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2078022"/>
            <a:ext cx="11034445" cy="408044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55C214E-505D-2EC8-BAA6-E769E4E7E62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09137" y="4538646"/>
            <a:ext cx="3245477" cy="182558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90763373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822C2E-ED05-25AB-317A-C35EEB9C69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21F0911B-C879-4D44-3C3A-B1F33D8B0C4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85521FE2-9340-5674-D87F-4CADDB9875CC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39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51B8D39-5EEC-5A36-3715-219F62B5EB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F2B0D49-C7D0-F4D1-41DB-32F49BFBE5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CC57968-0019-8644-2E04-5BDABCEC8E8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9F26AF95-EE08-9143-6EA1-7221606DBF87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10.4 Adding Pagination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5766AB4-7180-63FD-4764-A3C95AF80BF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fontScale="85000" lnSpcReduction="10000"/>
          </a:bodyPr>
          <a:lstStyle/>
          <a:p>
            <a:r>
              <a:rPr lang="en-US" altLang="zh-CN" sz="4800" b="1" dirty="0"/>
              <a:t>10. Adding Search &amp; Pagination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A2F6EBF-518A-E3BE-2357-CC4C5ED9192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101659" y="2032321"/>
            <a:ext cx="10858702" cy="421927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57D0D1F-1E54-7FBB-5045-6A46E4F5754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46505" y="4271354"/>
            <a:ext cx="2423183" cy="230468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91244600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90F6ED-B4C3-6A9A-9F5C-6E9C640959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47CCF54E-D6C6-1D7A-9F4B-46A73DF0A72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-2409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E75C0717-7C73-534B-5971-BE9A73A48D36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40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2702B44-5117-3A13-8203-43D47DDC6E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A54D2C3-4B36-5F29-835A-637A6273E58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14ECE49-20EF-C29F-5DFD-42FEBB63051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1645DA12-2D61-F820-33AA-F2BB73A5EDF4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11.1 What’s Server Action? 11.2 Using Forms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0BD32EE-371D-09F3-7CC5-31DBF30D7FC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11. Mutating Data</a:t>
            </a:r>
            <a:endParaRPr lang="en-US" sz="4800" b="1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087A7391-A4B6-3554-324B-700506B17B7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3325" y="2016216"/>
            <a:ext cx="9407727" cy="449818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0658656C-57DB-8800-13EC-F0EC30BFA66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08943" y="4124985"/>
            <a:ext cx="5125165" cy="20767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7112969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301534-0637-4317-E20C-06CBF3A9D9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441B44E5-3851-143D-B962-18928B053D9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56245" y="-5003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9B4FD590-280C-A080-8604-83F6246ACE0F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41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BD0D377-6D26-7453-52F6-00035148B2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14DB220-126B-603B-ABF4-05FE1429A0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D39DDBB-D155-5986-4FE8-718679EB949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05616373-A676-7F43-7D7E-C9AC01AD43DD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11.4 Create Invoice (1) Create a Form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FCA78F2-6F8F-98EE-3EF7-2A47CBE4115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11. Mutating Data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A848152-D98E-ED68-EAD4-50D1F3D60EE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245" y="1959519"/>
            <a:ext cx="9647770" cy="459313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18470317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024A21-5D65-47F3-99F7-CFF324EAE1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C7A2A859-9FF0-9101-240B-A8AEA28F910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99130" y="-5003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B9A0291E-7F15-1CA9-8250-4C47849964F6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42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A7EC834-38CA-B956-BEA2-87C304C060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9A02A3C-060D-7C95-E700-0E8D6DDA07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D996B72-E767-73CC-0A0A-9AE203D907B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93F5DDDA-6BFE-0746-5C10-43B9888404D1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5000"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11.4 Create Invoice (2) Create a Server Action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5DCF1E2-1115-5869-E703-1478DB27871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11. Mutating Data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FAA3CC0-8BC9-F00F-6704-C0646B4FEE1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130" y="1872263"/>
            <a:ext cx="9638389" cy="466801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84219676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EB50DD-7269-1F56-52FC-9C624496E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B9C1C642-C961-A93F-1FBA-E827F702F13F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-2409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BDB581A4-837B-3C0D-CF12-9BCE6C18F686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43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B52544D-EF9F-79BC-EB03-D2DCD7D5FD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6228B57-2AF6-49E0-3C5C-9CEAF47512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27AC643-4246-D438-A4C7-C665C5508B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DD2BDC31-639B-41AF-BD7A-15B5DBEFD2DA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11.4 Create Invoice (3) Extract Data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00110DB-BE3C-7D20-92DB-78EA2FFAAC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11. Mutating Data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D434842-85C8-E971-369A-9CFBCB1E610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3757" y="1959518"/>
            <a:ext cx="9515885" cy="459586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87442854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0C9FF2-E7A1-F0B9-582C-24F36B89D3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3C935A37-5E21-3432-E243-455B2A8F1C4B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3EE2B4C3-570D-D68F-A7FC-8AD2312E0166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44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542CCE2-80C2-9F27-F723-67000862A7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D86EAFC-EE05-DC42-5CEC-86008B754CD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0671008-1A7C-F807-1A37-591ED8E52CD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6D5F2C77-47B3-7CDD-2208-89162F88F996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11.4 Create Invoice (4) Validate Data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A02BAF8-F030-E856-791C-1A3A4D2F6EC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11. Mutating Data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AB65F0C-C8FE-1CB0-353B-3E922899987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175005" y="1918908"/>
            <a:ext cx="10404034" cy="457672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09373816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39393D-1DE5-0B67-F4DE-DF3142D5DD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AF5C6583-E784-93E3-DEB4-38A7886664B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8BCD81A9-B08F-A632-7E30-0A233A2AE584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45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9187BD4-3229-E5E7-EF3E-47FC85061D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A0019EE-4816-1E4F-D127-6B3DE25079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E02D37E-1376-9A26-5C46-6F1BC081472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64940EF0-0E82-D8B2-C719-83B7926DD501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11.4 Create Invoice (5) Insert Data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FC57576-EC35-2D50-61BA-4E65F9CED4E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11. Mutating Data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04F1533-750E-3CBD-9DE6-E74D77C5B79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8222" y="2032321"/>
            <a:ext cx="9196501" cy="442072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5736880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A2D3FB-04F7-E619-47F1-3F1D857CAA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E749D1A5-3EAA-BF60-52D1-D2594C0B10A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9880A0FE-46F5-B636-593E-C570A3412717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46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D7B3844-E2CE-D0DC-C8D8-6DA010F64E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BBBFC94-FFF9-2E3A-4BA4-4B7B24A4073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FD03D87-1067-8244-05C1-716BA4AAFC3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4FA48F7F-AD00-C5CF-E808-2E2AE22D6894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7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11.4 Create Invoice (6) Revalidate/Redirect Data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4E5BB38-C6EE-7843-DE95-11C1B94A1C5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11. Mutating Data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BC57082-357C-8196-5CEE-5BC3E248AD2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2509" y="1872263"/>
            <a:ext cx="9795893" cy="464562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95459910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B05C60-85AA-7547-FF0D-815B3D580F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4F12CD09-02A4-439D-DA26-B0665866ED0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41CC742E-E501-3528-8E26-EE288FC9A2CD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47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FEE585E-E4F9-B459-5DF2-A5716978CC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DB7E8BC-3D8E-3FE6-0429-218E6BBD6F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A258858-2B71-EDC1-DC03-828795892DA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44F9BDE1-8A20-5A82-A8FB-736B596C75D2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5000"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11.5 Update Invoice (1) Create Dynamic Route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C7B4904-C94A-2E8A-D140-1C4AFB5637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11. Mutating Data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6C5D9B3-A359-DE7E-6CA4-452C4D24359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6256" y="1994519"/>
            <a:ext cx="9407727" cy="443344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62680826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AD56EE-2322-7314-2CA9-367C57E0E0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CCD1366F-FC3A-C719-B052-5B0C299FC07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DE3026A1-9330-7B09-76EB-88380369E345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48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0951971-BC4F-7D73-71FF-FFA5D9931B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C3583D7-8DB6-98CE-716C-1675B0792A2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E70700A-F194-0CB3-3021-95A1AA98405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13C22E8F-7833-9A0C-D672-1ECFE6F7196D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5000"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11.5 Update Invoice (1) Create Dynamic Route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07312D6-9505-295D-FE90-4A4597BF4E7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11. Mutating Data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AE4ABF5-774A-E174-122F-61838D54A35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0558" y="1959518"/>
            <a:ext cx="9569003" cy="446939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02109565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08222E-524D-EBC6-A0EA-6BCE7A9823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886319F4-EE44-B1F1-536D-6C3D27105E2B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825EF5FE-15F2-8CF9-B576-83069FEA4DF4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49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E502C1B-3C6E-92E9-D767-6D090E4898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83D5305-B2DF-E093-40A3-D623EC603B8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FF52643-299F-3E2D-60C5-B6DCBC90C5F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7DD9B569-F73D-599D-F038-F1036DF51DE6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11.5 Update Invoice (2) Read from Page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F34F096-8DCA-4C19-63BC-13BC9B01BEF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11. Mutating Data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B934601-1D7E-D6D0-C05B-59B39931643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7932" y="2032321"/>
            <a:ext cx="9506857" cy="443989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12533801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CC70BC-B254-9E56-0E08-55475EA53A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3D71BAFB-9873-0E82-0E59-D23500698CF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FB2ABEA8-6A90-ADD9-112D-3409DCD01F42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50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0EF49CD-7BC7-3DAA-917C-788B4A1DCD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F46399A-133D-9239-F6EA-488CB068892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A066DBA-1C7B-794D-9208-734A86A2329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E298828A-8D96-932F-FA3B-80BD49D8D6A2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11.5 Update Invoice (3) Read from Page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78D247D-429A-828B-838E-DAF8DD5F014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11. Mutating Data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4532119-50AA-24D8-0CFF-CFA0F1569ED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6366" y="1991039"/>
            <a:ext cx="9581882" cy="446003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93505983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C0224E-FBBF-DCF2-BCE0-F89D770B91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DD2F1915-0578-BFD3-9A84-EC539FE67EA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11" name="Picture 10" descr="A white circle with a blue circle with a blue circle with a blue circle with a white circle with a blue circle with a blue circle with a white circle with a blue circle with a blue circle&#10;&#10;AI-generated content may be incorrect.">
            <a:extLst>
              <a:ext uri="{FF2B5EF4-FFF2-40B4-BE49-F238E27FC236}">
                <a16:creationId xmlns:a16="http://schemas.microsoft.com/office/drawing/2014/main" id="{0F598311-938F-38BB-7988-5E42EF16CB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61894" y="1055718"/>
            <a:ext cx="5675290" cy="342446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3C9C9B5-0B44-AD56-606E-CF46AAE426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17749" y="20595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altLang="zh-CN" sz="6000" b="1" dirty="0"/>
              <a:t>Learn Next.js</a:t>
            </a:r>
            <a:endParaRPr lang="ru-RU" sz="6000" b="1" dirty="0"/>
          </a:p>
        </p:txBody>
      </p:sp>
      <p:graphicFrame>
        <p:nvGraphicFramePr>
          <p:cNvPr id="12" name="Diagram 11">
            <a:extLst>
              <a:ext uri="{FF2B5EF4-FFF2-40B4-BE49-F238E27FC236}">
                <a16:creationId xmlns:a16="http://schemas.microsoft.com/office/drawing/2014/main" id="{0BA4EC0A-CB15-D8BB-A5A0-B712501C96D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0498904"/>
              </p:ext>
            </p:extLst>
          </p:nvPr>
        </p:nvGraphicFramePr>
        <p:xfrm>
          <a:off x="652530" y="4211392"/>
          <a:ext cx="10985677" cy="215506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</p:spTree>
    <p:extLst>
      <p:ext uri="{BB962C8B-B14F-4D97-AF65-F5344CB8AC3E}">
        <p14:creationId xmlns:p14="http://schemas.microsoft.com/office/powerpoint/2010/main" val="330369924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F165AF-FB62-51DB-6D92-389FDFF88D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50C3019B-9A59-E401-0A90-6F64498924F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14" name="Picture 13" descr="A group of cubes with a symbol and a blue light&#10;&#10;AI-generated content may be incorrect.">
            <a:extLst>
              <a:ext uri="{FF2B5EF4-FFF2-40B4-BE49-F238E27FC236}">
                <a16:creationId xmlns:a16="http://schemas.microsoft.com/office/drawing/2014/main" id="{9EA4EC37-781B-0F3A-7A2C-3F764A65F3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5928" y="0"/>
            <a:ext cx="10660144" cy="6858000"/>
          </a:xfrm>
          <a:prstGeom prst="rect">
            <a:avLst/>
          </a:prstGeom>
        </p:spPr>
      </p:pic>
      <p:graphicFrame>
        <p:nvGraphicFramePr>
          <p:cNvPr id="17" name="Diagram 16">
            <a:extLst>
              <a:ext uri="{FF2B5EF4-FFF2-40B4-BE49-F238E27FC236}">
                <a16:creationId xmlns:a16="http://schemas.microsoft.com/office/drawing/2014/main" id="{250F498F-D597-91DE-4C9A-E03DE2BFD6D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57824325"/>
              </p:ext>
            </p:extLst>
          </p:nvPr>
        </p:nvGraphicFramePr>
        <p:xfrm>
          <a:off x="2220891" y="4632111"/>
          <a:ext cx="8128000" cy="140809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  <p:pic>
        <p:nvPicPr>
          <p:cNvPr id="19" name="Picture 18" descr="A blue circle with a black background&#10;&#10;AI-generated content may be incorrect.">
            <a:extLst>
              <a:ext uri="{FF2B5EF4-FFF2-40B4-BE49-F238E27FC236}">
                <a16:creationId xmlns:a16="http://schemas.microsoft.com/office/drawing/2014/main" id="{A6B6E7A8-3E48-E4C9-3A9A-A0EFB6D831C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69171" y="4926207"/>
            <a:ext cx="858165" cy="77643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3" name="Picture 2" descr="A white circle with a blue circle with a blue circle with a blue circle with a white circle with a blue circle with a blue circle with a white circle with a blue circle with a blue circle&#10;&#10;AI-generated content may be incorrect.">
            <a:extLst>
              <a:ext uri="{FF2B5EF4-FFF2-40B4-BE49-F238E27FC236}">
                <a16:creationId xmlns:a16="http://schemas.microsoft.com/office/drawing/2014/main" id="{BDF53D22-B47B-92BE-1E15-906174A828D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827177" y="270455"/>
            <a:ext cx="6915427" cy="417276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5D4FAAA-F8C4-0193-DCAB-40D382657588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824558" y="4863350"/>
            <a:ext cx="981212" cy="80021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895230973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26B810-4562-CF05-B49F-67ABC0BABE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8EF47FAB-57E5-5509-2F6F-13A5EFC047C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14" name="Picture 13" descr="A group of cubes with a symbol and a blue light&#10;&#10;AI-generated content may be incorrect.">
            <a:extLst>
              <a:ext uri="{FF2B5EF4-FFF2-40B4-BE49-F238E27FC236}">
                <a16:creationId xmlns:a16="http://schemas.microsoft.com/office/drawing/2014/main" id="{4264879D-64EC-50FB-0155-E6162B4873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5928" y="0"/>
            <a:ext cx="10660144" cy="6858000"/>
          </a:xfrm>
          <a:prstGeom prst="rect">
            <a:avLst/>
          </a:prstGeom>
        </p:spPr>
      </p:pic>
      <p:graphicFrame>
        <p:nvGraphicFramePr>
          <p:cNvPr id="17" name="Diagram 16">
            <a:extLst>
              <a:ext uri="{FF2B5EF4-FFF2-40B4-BE49-F238E27FC236}">
                <a16:creationId xmlns:a16="http://schemas.microsoft.com/office/drawing/2014/main" id="{0A1C6F39-AB7F-24BB-C13F-038A22768E44}"/>
              </a:ext>
            </a:extLst>
          </p:cNvPr>
          <p:cNvGraphicFramePr/>
          <p:nvPr/>
        </p:nvGraphicFramePr>
        <p:xfrm>
          <a:off x="2220891" y="4632111"/>
          <a:ext cx="8128000" cy="140809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  <p:pic>
        <p:nvPicPr>
          <p:cNvPr id="19" name="Picture 18" descr="A blue circle with a black background&#10;&#10;AI-generated content may be incorrect.">
            <a:extLst>
              <a:ext uri="{FF2B5EF4-FFF2-40B4-BE49-F238E27FC236}">
                <a16:creationId xmlns:a16="http://schemas.microsoft.com/office/drawing/2014/main" id="{B3D76C5A-794C-B75A-F7F6-D467E2DE1E72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69171" y="4926207"/>
            <a:ext cx="858165" cy="77643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3" name="Picture 2" descr="A white circle with a blue circle with a blue circle with a blue circle with a white circle with a blue circle with a blue circle with a white circle with a blue circle with a blue circle&#10;&#10;AI-generated content may be incorrect.">
            <a:extLst>
              <a:ext uri="{FF2B5EF4-FFF2-40B4-BE49-F238E27FC236}">
                <a16:creationId xmlns:a16="http://schemas.microsoft.com/office/drawing/2014/main" id="{43EA67BE-A6E0-F223-488F-A69FA8DA51D0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827177" y="270455"/>
            <a:ext cx="6915427" cy="417276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8488C7E-C6CD-C64C-01FB-EB48AD553995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928061" y="4926207"/>
            <a:ext cx="778462" cy="77643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15030876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0E5580"/>
      </a:dk2>
      <a:lt2>
        <a:srgbClr val="EBEBEB"/>
      </a:lt2>
      <a:accent1>
        <a:srgbClr val="ACD433"/>
      </a:accent1>
      <a:accent2>
        <a:srgbClr val="E6C133"/>
      </a:accent2>
      <a:accent3>
        <a:srgbClr val="EF7A24"/>
      </a:accent3>
      <a:accent4>
        <a:srgbClr val="5AA0F5"/>
      </a:accent4>
      <a:accent5>
        <a:srgbClr val="75CEEC"/>
      </a:accent5>
      <a:accent6>
        <a:srgbClr val="65D6A0"/>
      </a:accent6>
      <a:hlink>
        <a:srgbClr val="C4E46E"/>
      </a:hlink>
      <a:folHlink>
        <a:srgbClr val="BDE0F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2000"/>
                <a:hueMod val="96000"/>
                <a:satMod val="128000"/>
                <a:lumMod val="114000"/>
              </a:schemeClr>
            </a:gs>
            <a:gs pos="100000">
              <a:schemeClr val="phClr">
                <a:shade val="62000"/>
                <a:hueMod val="100000"/>
                <a:satMod val="13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2000"/>
                <a:hueMod val="108000"/>
                <a:satMod val="164000"/>
                <a:lumMod val="69000"/>
              </a:schemeClr>
              <a:schemeClr val="phClr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78884036_DIGITAL ION DESIGN_SL_V1.pptx" id="{AD58A1CE-E9E9-4C2E-83A0-65FD4522F93A}" vid="{1E9553B9-AA04-4A15-9836-1E066825781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93813dd7ca6ad654711aa0ab317e03a3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f11dc0ce689dd3925e84e4e35398c6e7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048C88F1-1664-415F-AFCE-F6CF45809817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customXml/itemProps2.xml><?xml version="1.0" encoding="utf-8"?>
<ds:datastoreItem xmlns:ds="http://schemas.openxmlformats.org/officeDocument/2006/customXml" ds:itemID="{CC30393A-FEC6-4A44-9E4A-6EA49F1F7DC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0D16958A-754B-4396-9457-FD7A427A37DD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Digital design</Template>
  <TotalTime>9939</TotalTime>
  <Words>834</Words>
  <Application>Microsoft Office PowerPoint</Application>
  <PresentationFormat>Widescreen</PresentationFormat>
  <Paragraphs>273</Paragraphs>
  <Slides>56</Slides>
  <Notes>56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56</vt:i4>
      </vt:variant>
    </vt:vector>
  </HeadingPairs>
  <TitlesOfParts>
    <vt:vector size="61" baseType="lpstr">
      <vt:lpstr>Arial</vt:lpstr>
      <vt:lpstr>Calibri</vt:lpstr>
      <vt:lpstr>Century Gothic</vt:lpstr>
      <vt:lpstr>Wingdings 3</vt:lpstr>
      <vt:lpstr>Ion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Learn Next.js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Xiaoqi Zhao</dc:creator>
  <cp:lastModifiedBy>Xiaoqi Zhao</cp:lastModifiedBy>
  <cp:revision>82</cp:revision>
  <dcterms:created xsi:type="dcterms:W3CDTF">2026-01-17T04:16:23Z</dcterms:created>
  <dcterms:modified xsi:type="dcterms:W3CDTF">2026-02-07T13:55:58Z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SIP_Label_19540963-e559-4020-8a90-fe8a502c2801_Enabled">
    <vt:lpwstr>true</vt:lpwstr>
  </property>
  <property fmtid="{D5CDD505-2E9C-101B-9397-08002B2CF9AE}" pid="4" name="MSIP_Label_19540963-e559-4020-8a90-fe8a502c2801_SetDate">
    <vt:lpwstr>2026-01-17T04:52:16Z</vt:lpwstr>
  </property>
  <property fmtid="{D5CDD505-2E9C-101B-9397-08002B2CF9AE}" pid="5" name="MSIP_Label_19540963-e559-4020-8a90-fe8a502c2801_Method">
    <vt:lpwstr>Standard</vt:lpwstr>
  </property>
  <property fmtid="{D5CDD505-2E9C-101B-9397-08002B2CF9AE}" pid="6" name="MSIP_Label_19540963-e559-4020-8a90-fe8a502c2801_Name">
    <vt:lpwstr>19540963-e559-4020-8a90-fe8a502c2801</vt:lpwstr>
  </property>
  <property fmtid="{D5CDD505-2E9C-101B-9397-08002B2CF9AE}" pid="7" name="MSIP_Label_19540963-e559-4020-8a90-fe8a502c2801_SiteId">
    <vt:lpwstr>f25493ae-1c98-41d7-8a33-0be75f5fe603</vt:lpwstr>
  </property>
  <property fmtid="{D5CDD505-2E9C-101B-9397-08002B2CF9AE}" pid="8" name="MSIP_Label_19540963-e559-4020-8a90-fe8a502c2801_ActionId">
    <vt:lpwstr>a3ac4781-fe0a-4202-bb7f-f332c745cf40</vt:lpwstr>
  </property>
  <property fmtid="{D5CDD505-2E9C-101B-9397-08002B2CF9AE}" pid="9" name="MSIP_Label_19540963-e559-4020-8a90-fe8a502c2801_ContentBits">
    <vt:lpwstr>0</vt:lpwstr>
  </property>
  <property fmtid="{D5CDD505-2E9C-101B-9397-08002B2CF9AE}" pid="10" name="MSIP_Label_19540963-e559-4020-8a90-fe8a502c2801_Tag">
    <vt:lpwstr>10, 3, 0, 1</vt:lpwstr>
  </property>
</Properties>
</file>