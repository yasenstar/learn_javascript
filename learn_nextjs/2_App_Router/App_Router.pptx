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  <p:sldId id="276" r:id="rId34"/>
    <p:sldId id="270" r:id="rId35"/>
    <p:sldId id="278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/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42" y="126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0672F-929D-E35D-F778-DC6624CF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DA4BF-3808-ACD4-22F7-0DE55D08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0258E-7DE7-AFB9-94BB-9CA584D53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9374C-8D71-5F15-26C7-66A223623A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122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0.png"/><Relationship Id="rId9" Type="http://schemas.microsoft.com/office/2007/relationships/diagramDrawing" Target="../diagrams/drawing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50.png"/><Relationship Id="rId5" Type="http://schemas.openxmlformats.org/officeDocument/2006/relationships/diagramData" Target="../diagrams/data2.xml"/><Relationship Id="rId10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microsoft.com/office/2007/relationships/diagramDrawing" Target="../diagrams/drawing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50.png"/><Relationship Id="rId5" Type="http://schemas.openxmlformats.org/officeDocument/2006/relationships/diagramData" Target="../diagrams/data3.xml"/><Relationship Id="rId10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 What are request waterfalls?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EC1F32-F156-D053-B037-CD13AE086B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84" y="2294306"/>
            <a:ext cx="8596393" cy="42552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602C4-FAD8-CC92-D01E-1C28F81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447A073-BC1D-D452-DE71-CF10AF09930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A6E94C3-79DD-8A01-6185-F6CAAFEE2E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81C576-C3E4-8F6D-85AD-735B678327C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DBFE4-1DEA-2FB7-C099-0EC440F59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D0987E-6AA2-2776-181C-751E21EBD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2CB93C-F616-9C35-2B67-D063635100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D89505-245F-3EEA-C125-1E6C1D7DC4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7.7 Parallel data fetching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49A3D1-275E-40DD-D3B0-31927E2EC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78C84B0-326B-E754-18B9-9654DC0317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897" y="2032321"/>
            <a:ext cx="9292754" cy="4493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8592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8939</TotalTime>
  <Words>431</Words>
  <Application>Microsoft Office PowerPoint</Application>
  <PresentationFormat>Widescreen</PresentationFormat>
  <Paragraphs>153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60</cp:revision>
  <dcterms:created xsi:type="dcterms:W3CDTF">2026-01-17T04:16:23Z</dcterms:created>
  <dcterms:modified xsi:type="dcterms:W3CDTF">2026-02-01T02:37:31Z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