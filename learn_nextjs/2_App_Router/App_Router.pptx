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43"/>
  </p:notesMasterIdLst>
  <p:handoutMasterIdLst>
    <p:handoutMasterId r:id="rId44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07" r:id="rId35"/>
    <p:sldId id="308" r:id="rId36"/>
    <p:sldId id="309" r:id="rId37"/>
    <p:sldId id="310" r:id="rId38"/>
    <p:sldId id="311" r:id="rId39"/>
    <p:sldId id="276" r:id="rId40"/>
    <p:sldId id="270" r:id="rId41"/>
    <p:sldId id="278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9.png"/><Relationship Id="rId9" Type="http://schemas.microsoft.com/office/2007/relationships/diagramDrawing" Target="../diagrams/drawing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6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59.png"/><Relationship Id="rId5" Type="http://schemas.openxmlformats.org/officeDocument/2006/relationships/diagramData" Target="../diagrams/data2.xml"/><Relationship Id="rId10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microsoft.com/office/2007/relationships/diagramDrawing" Target="../diagrams/drawing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59.png"/><Relationship Id="rId5" Type="http://schemas.openxmlformats.org/officeDocument/2006/relationships/diagramData" Target="../diagrams/data3.xml"/><Relationship Id="rId10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77D77BA-F01D-4C14-8DE0-BE49AA2ABEE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5004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</a:t>
            </a:r>
            <a:r>
              <a:rPr lang="en-US" altLang="zh-CN" sz="3600" b="1" cap="none"/>
              <a:t>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9502</TotalTime>
  <Words>537</Words>
  <Application>Microsoft Office PowerPoint</Application>
  <PresentationFormat>Widescreen</PresentationFormat>
  <Paragraphs>183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67</cp:revision>
  <dcterms:created xsi:type="dcterms:W3CDTF">2026-01-17T04:16:23Z</dcterms:created>
  <dcterms:modified xsi:type="dcterms:W3CDTF">2026-02-07T06:38:45Z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