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76" r:id="rId5"/>
    <p:sldId id="256" r:id="rId6"/>
    <p:sldId id="257" r:id="rId7"/>
    <p:sldId id="277" r:id="rId8"/>
    <p:sldId id="279" r:id="rId9"/>
    <p:sldId id="280" r:id="rId10"/>
    <p:sldId id="281" r:id="rId11"/>
    <p:sldId id="270" r:id="rId12"/>
    <p:sldId id="27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76"/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7.png"/><Relationship Id="rId5" Type="http://schemas.openxmlformats.org/officeDocument/2006/relationships/diagramData" Target="../diagrams/data3.xml"/><Relationship Id="rId10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3833</TotalTime>
  <Words>79</Words>
  <Application>Microsoft Office PowerPoint</Application>
  <PresentationFormat>Widescreen</PresentationFormat>
  <Paragraphs>37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Century Gothic</vt:lpstr>
      <vt:lpstr>Wingdings 3</vt:lpstr>
      <vt:lpstr>Ion</vt:lpstr>
      <vt:lpstr>Learn Next.js</vt:lpstr>
      <vt:lpstr>App Router</vt:lpstr>
      <vt:lpstr>App Router</vt:lpstr>
      <vt:lpstr>App Router</vt:lpstr>
      <vt:lpstr>App Router</vt:lpstr>
      <vt:lpstr>App Router</vt:lpstr>
      <vt:lpstr>App Router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36</cp:revision>
  <dcterms:created xsi:type="dcterms:W3CDTF">2026-01-17T04:16:23Z</dcterms:created>
  <dcterms:modified xsi:type="dcterms:W3CDTF">2026-01-24T12:55:55Z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