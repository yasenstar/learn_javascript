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49"/>
  </p:notesMasterIdLst>
  <p:handoutMasterIdLst>
    <p:handoutMasterId r:id="rId50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07" r:id="rId35"/>
    <p:sldId id="308" r:id="rId36"/>
    <p:sldId id="309" r:id="rId37"/>
    <p:sldId id="310" r:id="rId38"/>
    <p:sldId id="311" r:id="rId39"/>
    <p:sldId id="312" r:id="rId40"/>
    <p:sldId id="313" r:id="rId41"/>
    <p:sldId id="314" r:id="rId42"/>
    <p:sldId id="315" r:id="rId43"/>
    <p:sldId id="316" r:id="rId44"/>
    <p:sldId id="317" r:id="rId45"/>
    <p:sldId id="276" r:id="rId46"/>
    <p:sldId id="270" r:id="rId47"/>
    <p:sldId id="278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1188" y="4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18DC-1CD1-5C7D-8987-E3B18C15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E6089-91FD-B9F9-8BAA-5AEA85AC3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3B1B4-B683-54AF-EF54-651B60F3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98FD4-E936-79EC-3C7E-2E3E31FE3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1829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8D50-BCB6-D989-CB8F-2F6993D6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58925-AFC0-45CA-300B-C8D0A4A36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35805-417E-5690-059F-FADB94ACC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DB59D-4A78-C20F-CE2B-214A7A84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157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64C4-4D91-EC6B-8C2C-667E080B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89510-4AE0-592E-BDC7-3BA5E1A24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86CF-6FFA-47A3-264B-212A33886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EC19A-6837-BAD7-00D2-9459D64C0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6426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5BC18-337C-FFED-59DA-92C1872C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51695-832F-8FFD-2070-124AA64BE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2A468-B7EC-F517-CD12-AB406150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83EA-CDA5-F5ED-99BD-02A7204D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5008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5659-9A97-858E-9E6A-62598F40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D6B85-393C-D23C-9239-4271EC020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CEBB7-F1D6-1E31-FD01-3A299CC69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2AE8-CE7E-EE94-CA19-19ACC5E3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85717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904A2-5521-7952-E308-506DF975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C7C8-B91A-64E1-6EEE-2807C494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01E30-9E22-67EB-A633-B78AE1C2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4EA5A-BF7C-5406-E1C9-E44F43D4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4104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66.png"/><Relationship Id="rId9" Type="http://schemas.microsoft.com/office/2007/relationships/diagramDrawing" Target="../diagrams/drawing1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6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66.png"/><Relationship Id="rId5" Type="http://schemas.openxmlformats.org/officeDocument/2006/relationships/diagramData" Target="../diagrams/data2.xml"/><Relationship Id="rId10" Type="http://schemas.openxmlformats.org/officeDocument/2006/relationships/image" Target="../media/image68.png"/><Relationship Id="rId4" Type="http://schemas.openxmlformats.org/officeDocument/2006/relationships/image" Target="../media/image67.png"/><Relationship Id="rId9" Type="http://schemas.microsoft.com/office/2007/relationships/diagramDrawing" Target="../diagrams/drawing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7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66.png"/><Relationship Id="rId5" Type="http://schemas.openxmlformats.org/officeDocument/2006/relationships/diagramData" Target="../diagrams/data3.xml"/><Relationship Id="rId10" Type="http://schemas.openxmlformats.org/officeDocument/2006/relationships/image" Target="../media/image68.png"/><Relationship Id="rId4" Type="http://schemas.openxmlformats.org/officeDocument/2006/relationships/image" Target="../media/image67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53BC-8A67-30E7-A0A7-9501E3A2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D460255-6416-1B49-E113-DD13289614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E3A943-CAA4-D328-FA38-BD9327CEA1A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2F8E8-D210-C677-598A-323AA3DD0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94395B-6B48-D4CD-E70D-6A37BE26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44662D-B431-E1C1-42F5-9559AA6D7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26E8BC2-3CAE-CE38-259E-0ABAD74FC8F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10.3.1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6DFD3-1069-BAA1-8675-9AAE0B7C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F21276-23FE-DEFE-5B1E-C7731B86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90418" y="2030401"/>
            <a:ext cx="11948845" cy="4321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844209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ECB-F9CB-87D9-54E9-37978B77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9DC8C9-1E02-5F3F-52DC-DCEC571A35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BBBF83-071C-41F0-1EF0-B02EC8CBBA5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4ACFD-67BE-B4C8-05EE-5C72EF393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77F05-2FA3-B3F5-7709-A25AD824D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F3D2C-B263-A0A0-F707-2198B44B5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5A61F16-8A8F-D615-99EF-DA811C068B5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A5A09-C01F-6C87-C327-3BFBF962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1AE9F5-D068-A585-9003-D50FB5527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67128" y="2030401"/>
            <a:ext cx="11794733" cy="43155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97110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B2CE-844B-BD0C-E487-675DCB2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2C81D6-DBFD-7D54-1CCB-1185C8275D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0C18E7-47EB-BFE5-EBB1-89F6869775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457BF0-FCCF-7AFE-0A33-F365C74B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659D8-57C9-9C17-3083-151C3BC5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44B11-9ED0-6238-1158-60D4B9D72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E875B93-18A2-4D9A-43EF-9DB57BAA8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10.3.3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2B1D9-7012-E1D1-992B-2D1B6B13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BBC226-ED8A-50E2-97E8-E50CD4BDF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2090305"/>
            <a:ext cx="10777591" cy="391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924870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6B50-FA04-7236-669B-2D19F59C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88065A4-B1C4-D2E3-10E9-60793A376E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A1677C5-E52F-02A8-0442-C131A9EFF9B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E9468-6DD6-6EF5-42B2-D582D9E18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3DFCCE-7266-2ACE-33BF-840F96D5C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B7DAB9-415E-9B17-7D95-4F1B871E1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68C0B8-CB55-5881-ED20-7505C22768C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10.3.4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2F97-4C86-1798-605B-64D9B830E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5E654-4DEE-E879-0283-74634F15BF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2078022"/>
            <a:ext cx="11486508" cy="4233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34195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BC0-03FD-26AA-7C53-C9EE917D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0EC0513-BEC1-EA94-1527-3CFB6A87A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221C671-BE65-C287-DD49-0ABCE90D76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511E5-87C2-3820-A59E-A882B9442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9E3D77-A76E-0AD7-B4B9-C9D681A4F1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F154D-D757-4793-A723-956447B2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ADB4A08-65BD-A3AF-1F56-FABEA1C249C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10.3.5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E9D-9CAC-0574-01E8-43136AACB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B43A19-5A67-466F-067B-0A98B1E2E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78022"/>
            <a:ext cx="11034445" cy="40804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076337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22C2E-ED05-25AB-317A-C35EEB9C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1F0911B-C879-4D44-3C3A-B1F33D8B0C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521FE2-9340-5674-D87F-4CADDB9875C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1B8D39-5EEC-5A36-3715-219F62B5E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2B0D49-C7D0-F4D1-41DB-32F49BFB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57968-0019-8644-2E04-5BDABCEC8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F26AF95-EE08-9143-6EA1-7221606DB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10.4 Adding Pagination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6AB4-7180-63FD-4764-A3C95AF80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6EBF-518A-E3BE-2357-CC4C5ED91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1659" y="2032321"/>
            <a:ext cx="10858702" cy="42192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7D0D1F-1E54-7FBB-5045-6A46E4F57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505" y="4271354"/>
            <a:ext cx="2423183" cy="23046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24460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9514</TotalTime>
  <Words>630</Words>
  <Application>Microsoft Office PowerPoint</Application>
  <PresentationFormat>Widescreen</PresentationFormat>
  <Paragraphs>213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68</cp:revision>
  <dcterms:created xsi:type="dcterms:W3CDTF">2026-01-17T04:16:23Z</dcterms:created>
  <dcterms:modified xsi:type="dcterms:W3CDTF">2026-02-07T06:51:26Z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