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63"/>
  </p:notesMasterIdLst>
  <p:handoutMasterIdLst>
    <p:handoutMasterId r:id="rId64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19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8" r:id="rId55"/>
    <p:sldId id="329" r:id="rId56"/>
    <p:sldId id="330" r:id="rId57"/>
    <p:sldId id="331" r:id="rId58"/>
    <p:sldId id="332" r:id="rId59"/>
    <p:sldId id="276" r:id="rId60"/>
    <p:sldId id="270" r:id="rId61"/>
    <p:sldId id="278" r:id="rId6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19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h11" id="{3D12069C-F047-447E-B091-FA88EDE6A7D5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8"/>
            <p14:sldId id="329"/>
            <p14:sldId id="330"/>
            <p14:sldId id="331"/>
          </p14:sldIdLst>
        </p14:section>
        <p14:section name="ch12" id="{ACA51953-DB90-4C2C-BD3E-545817D0DACD}">
          <p14:sldIdLst>
            <p14:sldId id="332"/>
          </p14:sldIdLst>
        </p14:section>
        <p14:section name="ch13" id="{9192146B-9412-4BF1-9C5E-1DD0EB2A082E}">
          <p14:sldIdLst/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4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95A6-34B3-72E6-C53D-501C2131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1E459-51EF-4885-07BB-6A9750DE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E8B30-936F-10ED-0C5D-89AF529E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A0C2B-9D82-6828-DC91-25ADB8E1D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23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B56-D9AD-1659-10D6-3D4CE458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127D2-E559-59BD-4CAB-0578AD37B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7473A-2AC9-7F0F-5526-B8739DA44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C39C-C5BF-0920-96C5-29EAD84AF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690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BE1E-E730-1FEE-22AA-F60A1247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CD23D-C3FF-9F33-AC7F-8E18E1A3B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DEEC8-A2B1-8084-E066-143EF2760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2B582-5C02-F85A-6FA6-3D625AA93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5825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3D0E6-EE1D-8E99-76A9-620B04E6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AA774-628C-9F4A-4FF1-28AFE8F1F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B3CC0E-4BCE-819B-239E-2F9819458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AC6C-C1B7-DD09-4987-77ACDDFBE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12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8A2A-441B-695A-09DC-C9E84685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47EF-7884-8C95-0744-45E4C2C8C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6AB3A-9A4F-EC62-0B7F-467B94C2C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7F72F-8479-3947-004A-503D7D562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63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415A-69EB-FFFD-E8BC-6A1797105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5173-3C94-D881-830D-29851FA30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1FA28-6D0A-6BED-3639-2FDCD8519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E8D47-CFE4-80F3-A090-2C5F74F9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7644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7BD5-567B-41DD-3DB1-ECA4FDEF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B477-3360-DA01-6F74-CA19F4354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3FAD0-700F-519B-5B4C-70638B398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44151-82C3-A6F9-2197-154A19447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408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C5E5-9550-254F-1259-AD800C4F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5188F-678A-20CC-D4C1-FA41350CF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B0BD2-38B8-5AEE-5DF1-5F2486161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F459-DDA0-46E6-E3CE-50C8AF3A7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2596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44E0-E197-519E-E632-AACFF5CA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8BA80-03A9-2C63-8F00-D35E7A8B9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F8EDD-AFC8-B6E7-B3D0-BA2AAAAB0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DBBB0-E8F1-480E-5722-67E99C5EB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899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80AF-B512-5B0B-B69A-EE09681C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3E653-38F5-37E6-9529-20CA203E4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880D1-32B9-4AFA-D765-0961F44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D23FE-BE1F-6520-2214-BE1EB6D4F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852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FF0C-B7CA-B6AD-DA60-AE9CB6C4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11581-4E67-BB9A-3D98-9FCA334BB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53356-81DA-5B68-04BD-03E12FFCF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AC6-A9D3-07F2-EC0F-7146A020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861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81E08-1B0B-404E-6783-889A9C5B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B5C7F5-A1A8-FED2-2617-AEE4F0684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F8B90-A0DD-7C97-3F33-0EFA42F81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B624-EA75-27F3-9C38-C007D76B8E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1731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186C0-C7AE-E1FF-E5AD-CABC3406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D61CF-5CDC-45FC-C85D-7B73530FA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FDAF4-2401-5B75-4E18-A4B77EA6A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D1F0F-4F3C-2A07-E0BD-E0A17104A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3764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14B59-F4D3-15D7-971F-4FA030DF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3CC696-AF8C-804A-BB65-176A71646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824C2-10B1-8BA9-45B3-6DD0D60B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82B41-2C73-AF5B-8586-DB702131D4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2899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85.png"/><Relationship Id="rId9" Type="http://schemas.microsoft.com/office/2007/relationships/diagramDrawing" Target="../diagrams/drawing1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85.png"/><Relationship Id="rId5" Type="http://schemas.openxmlformats.org/officeDocument/2006/relationships/diagramData" Target="../diagrams/data2.xml"/><Relationship Id="rId10" Type="http://schemas.openxmlformats.org/officeDocument/2006/relationships/image" Target="../media/image87.png"/><Relationship Id="rId4" Type="http://schemas.openxmlformats.org/officeDocument/2006/relationships/image" Target="../media/image86.png"/><Relationship Id="rId9" Type="http://schemas.microsoft.com/office/2007/relationships/diagramDrawing" Target="../diagrams/drawing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8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85.png"/><Relationship Id="rId5" Type="http://schemas.openxmlformats.org/officeDocument/2006/relationships/diagramData" Target="../diagrams/data3.xml"/><Relationship Id="rId10" Type="http://schemas.openxmlformats.org/officeDocument/2006/relationships/image" Target="../media/image87.png"/><Relationship Id="rId4" Type="http://schemas.openxmlformats.org/officeDocument/2006/relationships/image" Target="../media/image86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(0)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FDAD-63E8-0273-FA55-65050B6C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44BE652-B11F-3F7B-8401-521AF41C24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E078C2-B653-0DB9-2C0D-F74D8AA08E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A06AF3F-C619-C7D4-A812-BB77D843EED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E0C97-4544-991A-8ED9-F0ADA6280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F8DCA-BC41-FD85-66E7-DA79B6B09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B534E-4F1A-8D29-74B0-D21D4D853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2E76566-237A-F122-F370-E9D930092B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190F3-BABB-89AE-84F8-E8344C1BF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CFFC77-691D-0E02-BAA1-C696CEC61A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1525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F3-2FCC-2E46-F2EF-0C7E3721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2798" y="4084979"/>
            <a:ext cx="3852063" cy="23998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1C5791-4F9E-3EF1-8591-B88842E9D2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240" y="4063004"/>
            <a:ext cx="3783629" cy="25874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54BB03-51D4-0E90-B8ED-97D5A1E523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0238" y="4018208"/>
            <a:ext cx="4210880" cy="26338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4F46B7-DF2B-B4E9-695B-9F6B268D6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9006" y="4520474"/>
            <a:ext cx="3131377" cy="20496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2561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1D63A6-85BA-6BED-F294-345972C8CC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467" y="4540959"/>
            <a:ext cx="1756356" cy="17563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C214E-505D-2EC8-BAA6-E769E4E7E6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137" y="4538646"/>
            <a:ext cx="3245477" cy="182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F6ED-B4C3-6A9A-9F5C-6E9C6409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7CCF54E-D6C6-1D7A-9F4B-46A73DF0A7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75C0717-7C73-534B-5971-BE9A73A48D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02B44-5117-3A13-8203-43D47DDC6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54D2C3-4B36-5F29-835A-637A6273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4ECE49-20EF-C29F-5DFD-42FEBB6305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645DA12-2D61-F820-33AA-F2BB73A5EDF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11.1 What’s Server Action? 11.2 Using Forms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D32EE-371D-09F3-7CC5-31DBF30D7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7A7391-A4B6-3554-324B-700506B17B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325" y="2016216"/>
            <a:ext cx="9407727" cy="4498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58656C-57DB-8800-13EC-F0EC30BFA6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8943" y="4124985"/>
            <a:ext cx="5125165" cy="20767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129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1534-0637-4317-E20C-06CBF3A9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41B44E5-3851-143D-B962-18928B053D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56245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4FD590-280C-A080-8604-83F6246ACE0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0D377-6D26-7453-52F6-00035148B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DB220-126B-603B-ABF4-05FE1429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39DDBB-D155-5986-4FE8-718679EB9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5616373-A676-7F43-7D7E-C9AC01AD43D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(1) Create a Form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A78F2-6F8F-98EE-3EF7-2A47CBE41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848152-D98E-ED68-EAD4-50D1F3D6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9"/>
            <a:ext cx="9647770" cy="45931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847031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4A21-5D65-47F3-99F7-CFF324EA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7A2A859-9FF0-9101-240B-A8AEA28F91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99130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A0291E-7F15-1CA9-8250-4C47849964F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7EC834-38CA-B956-BEA2-87C304C06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02A3C-060D-7C95-E700-0E8D6DDA0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96B72-E767-73CC-0A0A-9AE203D90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3F5DDDA-6BFE-0746-5C10-43B9888404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(2) Create a Server Action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CF1E2-1115-5869-E703-1478DB278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AA3CC0-8BC9-F00F-6704-C0646B4FEE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872263"/>
            <a:ext cx="9638389" cy="46680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2196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0DD-7269-1F56-52FC-9C624496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9C1C642-C961-A93F-1FBA-E827F702F1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DB581A4-837B-3C0D-CF12-9BCE6C18F68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2544D-EF9F-79BC-EB03-D2DCD7D5F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28B57-2AF6-49E0-3C5C-9CEAF475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AC643-4246-D438-A4C7-C665C5508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D2BDC31-639B-41AF-BD7A-15B5DBEFD2D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(3) Extract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0110DB-BE3C-7D20-92DB-78EA2FFAA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434842-85C8-E971-369A-9CFBCB1E6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757" y="1959518"/>
            <a:ext cx="9515885" cy="45958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74428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C9FF2-E7A1-F0B9-582C-24F36B89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C935A37-5E21-3432-E243-455B2A8F1C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EE2B4C3-570D-D68F-A7FC-8AD2312E016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2CCE2-80C2-9F27-F723-67000862A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86EAFC-EE05-DC42-5CEC-86008B754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671008-1A7C-F807-1A37-591ED8E52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D5F2C77-47B3-7CDD-2208-89162F88F99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(4) Validate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2BAF8-F030-E856-791C-1A3A4D2F6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B65F0C-C8FE-1CB0-353B-3E9228999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5005" y="1918908"/>
            <a:ext cx="10404034" cy="45767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93738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393D-1DE5-0B67-F4DE-DF3142D5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F5C6583-E784-93E3-DEB4-38A7886664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BCD81A9-B08F-A632-7E30-0A233A2AE5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87BD4-3229-E5E7-EF3E-47FC850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0019EE-4816-1E4F-D127-6B3DE2507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D37E-1376-9A26-5C46-6F1BC0814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4940EF0-0E82-D8B2-C719-83B7926DD50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(5) Insert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57576-EC35-2D50-61BA-4E65F9CED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F1533-750E-3CBD-9DE6-E74D77C5B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222" y="2032321"/>
            <a:ext cx="9196501" cy="44207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368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2D3FB-04F7-E619-47F1-3F1D857C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E749D1A5-3EAA-BF60-52D1-D2594C0B10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880A0FE-46F5-B636-593E-C570A341271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7B3844-E2CE-D0DC-C8D8-6DA010F64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BFC94-FFF9-2E3A-4BA4-4B7B24A40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D03D87-1067-8244-05C1-716BA4AAF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FA48F7F-AD00-C5CF-E808-2E2AE22D689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(6) Revalidate/Redirect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5BB38-C6EE-7843-DE95-11C1B94A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C57082-357C-8196-5CEE-5BC3E248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509" y="1872263"/>
            <a:ext cx="9795893" cy="46456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4599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5C60-85AA-7547-FF0D-815B3D580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F12CD09-02A4-439D-DA26-B0665866E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CC742E-E501-3528-8E26-EE288FC9A2C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EE585E-E4F9-B459-5DF2-A5716978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7E8BC-3D8E-3FE6-0429-218E6BBD6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858-2B71-EDC1-DC03-828795892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F9BDE1-8A20-5A82-A8FB-736B596C75D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7B4904-C94A-2E8A-D140-1C4AFB563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399A82-2724-1F59-D7CB-98A331210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392" y="1910366"/>
            <a:ext cx="9187751" cy="46799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6808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222E-524D-EBC6-A0EA-6BCE7A9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86319F4-EE44-B1F1-536D-6C3D27105E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EF5FE-15F2-8CF9-B576-83069FEA4DF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02C1B-3C6E-92E9-D767-6D090E48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3D5305-B2DF-E093-40A3-D623EC60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52643-299F-3E2D-60C5-B6DCBC90C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DD9B569-F73D-599D-F038-F1036DF51DE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(2)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4F096-8DCA-4C19-63BC-13BC9B01BE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70C192-321F-502B-DB4F-9940DA17E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09" y="1959518"/>
            <a:ext cx="9883395" cy="46802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53380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70BC-B254-9E56-0E08-55475EA5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71BAFB-9873-0E82-0E59-D23500698C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2ABEA8-6A90-ADD9-112D-3409DCD01F4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EF49CD-7BC7-3DAA-917C-788B4A1DC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46399A-133D-9239-F6EA-488CB0688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66DBA-1C7B-794D-9208-734A86A23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298828A-8D96-932F-FA3B-80BD49D8D6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(3) Fetch Data from DB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D247D-429A-828B-838E-DAF8DD5F0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6D36F3-09E5-8173-5C8B-FD2943124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766" y="2078022"/>
            <a:ext cx="9765267" cy="44109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50598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701D3-6268-4AAD-1B67-E29A0FD7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2649265-1656-6AE2-26A7-E424471AB7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7719C3-ACCD-639A-9B47-F28547CC118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45C4C-0E17-9658-05CB-681CDD28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BF795-A4EA-ACD5-916A-A6F2EC4A4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DB05F5-C315-962B-F96D-AA4984EB0A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150E6FF-7115-CBCE-FDCF-ED094EC42AE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(4) Pass ‘id’ to Server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08034D-DAF1-1B0D-8DBA-90B1C9475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068304-27CF-4A6D-95F0-8B6D4AAAF3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272" y="1959518"/>
            <a:ext cx="9992774" cy="4632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308791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4B998-D9F2-549B-BA6A-059E890A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5F60025-F950-2731-F898-FF67230EFBC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E293DA5-E3CB-B6C7-DADF-567632395C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2A676-18A8-C16F-E711-E8D7B94FB3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64C3C8-EB10-7C1C-F1F1-8580CF596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3884C-FFE0-FEA0-F603-8C4C0164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25E111A-F5CB-FB99-6B12-1473BAE660F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11.6 Deleting an Invoice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58825-9122-2BFF-F3E1-5F260F72A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7CFE66-2B4C-6D81-967C-8E406BBDAA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1839" y="1959518"/>
            <a:ext cx="9156968" cy="45213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886031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D6945-720D-9532-1775-CDFA57FEC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1B22DA1-FD9D-FACF-63C6-86A8920949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6AEF61-E72C-FA8C-B84B-778E5FB0453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EDD9E2-BB70-7D66-09CD-14746B70F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3FD8B3-80E4-07C6-E49E-B8E89640D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59299-B62F-2D3A-2CBD-6480B5FA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A3E142E-7CD5-EEAF-BE12-30220E8A86D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C654-89CC-0929-EAAA-A22EB94C9D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3661866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12203</TotalTime>
  <Words>859</Words>
  <Application>Microsoft Office PowerPoint</Application>
  <PresentationFormat>Widescreen</PresentationFormat>
  <Paragraphs>283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2" baseType="lpstr"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90</cp:revision>
  <dcterms:created xsi:type="dcterms:W3CDTF">2026-01-17T04:16:23Z</dcterms:created>
  <dcterms:modified xsi:type="dcterms:W3CDTF">2026-02-16T01:24:54Z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