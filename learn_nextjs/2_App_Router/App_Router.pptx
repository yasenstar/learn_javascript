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56" r:id="rId5"/>
    <p:sldId id="257" r:id="rId6"/>
    <p:sldId id="276" r:id="rId7"/>
    <p:sldId id="270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1188" y="3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App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1/20/2026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11.png"/><Relationship Id="rId9" Type="http://schemas.microsoft.com/office/2007/relationships/diagramDrawing" Target="../diagrams/drawing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11.png"/><Relationship Id="rId5" Type="http://schemas.openxmlformats.org/officeDocument/2006/relationships/diagramData" Target="../diagrams/data2.xml"/><Relationship Id="rId10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microsoft.com/office/2007/relationships/diagramDrawing" Target="../diagrams/drawin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915811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60" y="2139720"/>
            <a:ext cx="7011227" cy="788415"/>
          </a:xfrm>
        </p:spPr>
        <p:txBody>
          <a:bodyPr>
            <a:normAutofit/>
          </a:bodyPr>
          <a:lstStyle/>
          <a:p>
            <a:r>
              <a:rPr lang="en-US" altLang="zh-CN" sz="4400" b="1" dirty="0"/>
              <a:t>1. Getting Started</a:t>
            </a:r>
            <a:endParaRPr lang="en-US" sz="44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4731248" y="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8CD8F92-5A26-6FA0-40AF-B8E58D2B6D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6129" y="2490518"/>
            <a:ext cx="8596387" cy="40050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4498" y="575330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4774323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3373</TotalTime>
  <Words>30</Words>
  <Application>Microsoft Office PowerPoint</Application>
  <PresentationFormat>Widescreen</PresentationFormat>
  <Paragraphs>16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Calibri</vt:lpstr>
      <vt:lpstr>Century Gothic</vt:lpstr>
      <vt:lpstr>Wingdings 3</vt:lpstr>
      <vt:lpstr>Ion</vt:lpstr>
      <vt:lpstr>App Router</vt:lpstr>
      <vt:lpstr>App Router</vt:lpstr>
      <vt:lpstr>Learn Next.js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27</cp:revision>
  <dcterms:created xsi:type="dcterms:W3CDTF">2026-01-17T04:16:23Z</dcterms:created>
  <dcterms:modified xsi:type="dcterms:W3CDTF">2026-01-21T02:42:11Z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