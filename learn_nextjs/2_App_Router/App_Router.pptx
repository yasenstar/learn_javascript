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276" r:id="rId5"/>
    <p:sldId id="256" r:id="rId6"/>
    <p:sldId id="257" r:id="rId7"/>
    <p:sldId id="277" r:id="rId8"/>
    <p:sldId id="270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41" autoAdjust="0"/>
  </p:normalViewPr>
  <p:slideViewPr>
    <p:cSldViewPr snapToGrid="0">
      <p:cViewPr varScale="1">
        <p:scale>
          <a:sx n="111" d="100"/>
          <a:sy n="111" d="100"/>
        </p:scale>
        <p:origin x="513" y="27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gm:spPr>
      <dgm:t>
        <a:bodyPr spcFirstLastPara="0" vert="horz" wrap="square" lIns="170688" tIns="85344" rIns="42672" bIns="85344" numCol="1" spcCol="1270" anchor="ctr" anchorCtr="0"/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2586569" y="431693"/>
          <a:ext cx="3229188" cy="1291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1/24/2026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1/24/2026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FF35-9CC1-662F-C04B-06BB8FB9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D8448-A4E1-7CD9-3902-0B9A90D73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4DDA-3136-DAF9-BE11-BD505F7AD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28D75-8D16-2FB4-3901-EE3D079BA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885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7.png"/><Relationship Id="rId9" Type="http://schemas.microsoft.com/office/2007/relationships/diagramDrawing" Target="../diagrams/drawin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7.png"/><Relationship Id="rId5" Type="http://schemas.openxmlformats.org/officeDocument/2006/relationships/diagramData" Target="../diagrams/data2.xml"/><Relationship Id="rId10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microsoft.com/office/2007/relationships/diagramDrawing" Target="../diagrams/drawin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749" y="20595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498904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042508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1. Getting Started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10A20-E426-E955-9570-E22A7E2EE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031" y="2090603"/>
            <a:ext cx="8897420" cy="44139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C70-013E-E4B0-35AC-B37FDF955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03AF50B-B741-6B45-E1EA-64FFED3E28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614207A-E840-8E82-6644-D8AECCEA0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821D0EE-231E-E66E-3862-EEA8A7AB3567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40BB6-8185-95AC-92A3-8179751E9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A60BBC2-DFE3-3D7D-77C2-E41099BA84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7B7C93-BCED-F10C-E31D-56BDA9728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</p:spTree>
    <p:extLst>
      <p:ext uri="{BB962C8B-B14F-4D97-AF65-F5344CB8AC3E}">
        <p14:creationId xmlns:p14="http://schemas.microsoft.com/office/powerpoint/2010/main" val="1425094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3656</TotalTime>
  <Words>38</Words>
  <Application>Microsoft Office PowerPoint</Application>
  <PresentationFormat>Widescreen</PresentationFormat>
  <Paragraphs>20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Calibri</vt:lpstr>
      <vt:lpstr>Century Gothic</vt:lpstr>
      <vt:lpstr>Wingdings 3</vt:lpstr>
      <vt:lpstr>Ion</vt:lpstr>
      <vt:lpstr>Learn Next.js</vt:lpstr>
      <vt:lpstr>App Router</vt:lpstr>
      <vt:lpstr>App Router</vt:lpstr>
      <vt:lpstr>App Router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29</cp:revision>
  <dcterms:created xsi:type="dcterms:W3CDTF">2026-01-17T04:16:23Z</dcterms:created>
  <dcterms:modified xsi:type="dcterms:W3CDTF">2026-01-24T09:58:52Z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