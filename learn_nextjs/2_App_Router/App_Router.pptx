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61"/>
  </p:notesMasterIdLst>
  <p:handoutMasterIdLst>
    <p:handoutMasterId r:id="rId62"/>
  </p:handoutMasterIdLst>
  <p:sldIdLst>
    <p:sldId id="256" r:id="rId5"/>
    <p:sldId id="257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3" r:id="rId31"/>
    <p:sldId id="304" r:id="rId32"/>
    <p:sldId id="305" r:id="rId33"/>
    <p:sldId id="306" r:id="rId34"/>
    <p:sldId id="319" r:id="rId35"/>
    <p:sldId id="307" r:id="rId36"/>
    <p:sldId id="308" r:id="rId37"/>
    <p:sldId id="309" r:id="rId38"/>
    <p:sldId id="310" r:id="rId39"/>
    <p:sldId id="311" r:id="rId40"/>
    <p:sldId id="312" r:id="rId41"/>
    <p:sldId id="313" r:id="rId42"/>
    <p:sldId id="314" r:id="rId43"/>
    <p:sldId id="315" r:id="rId44"/>
    <p:sldId id="316" r:id="rId45"/>
    <p:sldId id="317" r:id="rId46"/>
    <p:sldId id="318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327" r:id="rId55"/>
    <p:sldId id="328" r:id="rId56"/>
    <p:sldId id="329" r:id="rId57"/>
    <p:sldId id="276" r:id="rId58"/>
    <p:sldId id="270" r:id="rId59"/>
    <p:sldId id="278" r:id="rId6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</p14:sldIdLst>
        </p14:section>
        <p14:section name="ch03" id="{88CE00CF-A120-4584-A748-73913B9C58A6}">
          <p14:sldIdLst>
            <p14:sldId id="282"/>
            <p14:sldId id="283"/>
            <p14:sldId id="284"/>
            <p14:sldId id="285"/>
          </p14:sldIdLst>
        </p14:section>
        <p14:section name="ch04" id="{DA200A39-2EB3-4544-863B-25110295633C}">
          <p14:sldIdLst>
            <p14:sldId id="286"/>
            <p14:sldId id="287"/>
            <p14:sldId id="288"/>
          </p14:sldIdLst>
        </p14:section>
        <p14:section name="ch05" id="{00A44908-D378-4093-81BB-8612BB603F83}">
          <p14:sldIdLst>
            <p14:sldId id="289"/>
            <p14:sldId id="290"/>
          </p14:sldIdLst>
        </p14:section>
        <p14:section name="ch06" id="{20A7F0C4-63B0-4E99-9132-E1B729ABB4A0}">
          <p14:sldIdLst>
            <p14:sldId id="291"/>
            <p14:sldId id="292"/>
            <p14:sldId id="293"/>
            <p14:sldId id="294"/>
            <p14:sldId id="295"/>
          </p14:sldIdLst>
        </p14:section>
        <p14:section name="ch07" id="{09E78D94-F7EE-4EA9-A0B4-DFBAFE65FBFB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h08" id="{A8E0E207-225D-44BF-B5B8-B112C8D4CE34}">
          <p14:sldIdLst>
            <p14:sldId id="303"/>
            <p14:sldId id="304"/>
          </p14:sldIdLst>
        </p14:section>
        <p14:section name="ch09" id="{3DCDBBB8-3A4B-47F8-8781-75C739AA2ECF}">
          <p14:sldIdLst>
            <p14:sldId id="305"/>
            <p14:sldId id="306"/>
            <p14:sldId id="319"/>
            <p14:sldId id="307"/>
            <p14:sldId id="308"/>
            <p14:sldId id="309"/>
            <p14:sldId id="310"/>
          </p14:sldIdLst>
        </p14:section>
        <p14:section name="ch10" id="{D907A7EF-1EB4-4D76-9A6D-613385A6DF86}">
          <p14:sldIdLst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ch11" id="{3D12069C-F047-447E-B091-FA88EDE6A7D5}">
          <p14:sldIdLst>
            <p14:sldId id="318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</p14:sldIdLst>
        </p14:section>
        <p14:section name="covers" id="{E5823A51-8D0B-45F5-A8F0-5C43B5C81155}">
          <p14:sldIdLst>
            <p14:sldId id="276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111" d="100"/>
          <a:sy n="111" d="100"/>
        </p:scale>
        <p:origin x="513" y="23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2/7/2026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2/7/2026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0849E-B1BA-0107-D5B3-6DF7B482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F3647-769E-3071-C083-2E350E7AC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CCD18-911A-21E0-D56A-0E60ABA5D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6288-23A1-27B7-436D-538348C96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6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A7EE-D0A6-BD4F-410D-737FD78B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91A0-879E-C87D-A7B2-194A340B6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55FF7-E698-EC62-7490-BE85F3BD8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195AF-9DE0-0859-7026-F2A97C85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4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963F9-5CF1-3D74-54E5-471012AE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D74FA-6716-2430-F6BC-D8B739EC1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10324-A241-A048-CE1C-FCD0A91A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ABF4-42BF-DA2B-CF6A-DEFC72070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20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CECB-EE5E-4C5E-356C-93412FB7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8C4EB-7779-3CBA-6245-05724FB0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3C1DD-B6F8-96AF-D2FC-0D7A8C9B7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4713C-0503-5D9A-F798-71705984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032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DBF1-5110-F0EB-0F9D-210E2AAA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47C3C-5CFC-0880-7D78-F8C22BB48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BDDDD-C635-FF1D-1D25-526B3D9EE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F539B-0BAA-2C03-1C24-46DCC02A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7920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39B7C-16FD-4238-95AA-78ED20F87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06064-BE4E-9382-071B-6B673AE97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DD57D-532E-C53A-AE10-10C8CE27E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4D50B-EDB1-5D0F-C3D3-4699A93BA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80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9164-3F7F-00DA-6ED2-B5D37341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40251-4F23-226F-6B58-E3804150D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F0FFC-B77D-7699-EAD2-E2D91D9DD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F9631-241E-39A0-1AD0-7F7FD33B0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303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D91E-C0EF-A2F0-9060-CB9F5B3D5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3AC52-3F84-FF5F-028B-BA0566AF3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B30CD-FA2C-F018-23F4-A8F1E3CD1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BB71A-6D04-119F-09C2-E1893335D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7378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C608A-0FD8-F169-EDBF-12A2B8A11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914FB-811F-A7D2-7D9D-95212C83A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1AED8-C368-E2DE-BC6C-003F2D70F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7DE4A-4490-028E-2A8D-B54E00864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8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3EC1E-6479-D6BF-3DC4-6460B54E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56E63-F2FA-2E82-7C3A-F4A9D63EB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64853-D05D-34FC-46EF-2FFF2C36E3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52A7-86C0-9463-5CD9-CEA4EFD2A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3422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8732-58D5-97DF-3BDD-38DED972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8E8E1-C66F-1FD0-E6B3-ED12F3C07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4F0A9-8C93-9C1C-6C4B-9D79AF196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62A1B-C342-71A2-5079-DCCBF169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7719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7829B-D889-C86B-016E-113485F6B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93E3E-79AC-5F54-17D4-5A1663E45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F0DFD-6449-9795-8297-34FC4787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449DD-E8AB-7FD4-352A-4D1EBCFBAC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6133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453A1-FAAE-E9FC-3B55-769198031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13587-F61F-1F04-7F48-0EE433BBF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18B6F-EBBA-F6DC-2320-E82F2C4EE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35B2C-D5E7-AC0F-5065-10D7B67F0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091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07ED9-5259-E7D8-5CCB-73E688C75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38509-6FD0-6EDE-1310-982E3A264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8A14B-DBEA-66D8-2E41-D7E24C697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41151-D8F2-1AA9-1B6A-F657178F7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7666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D62A4-E680-094F-901D-068EED7E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FF39B-47CC-D4B6-7781-91B119D2D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93FE5-9F67-F7AF-5155-391290CD6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63DC9-4FB2-5FA1-A18D-6BB63BE3C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0757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5A04-B7C5-EBD9-E9BD-85088387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6AB1C-5242-EF09-564E-AD218186F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3A2767-9CF8-D277-EEE2-2A8570B9E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E14E54-2845-C050-455D-91F0A4B2F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67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67552-903D-B761-571D-AF986FD0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126D41-8EAF-C32C-6E85-E6FB91A2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6C4E0-C673-1381-DE91-066B6BA5D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51D7F-4A11-FE76-6ACC-7079F2E8B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406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F40B-8444-26B9-B15D-EF77B5064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FAAC7D-E3BE-8556-5090-D7DDBFC99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EFCFF-E178-9DEE-7F9D-9A0A27F1D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3F6C3-7A4A-AD1F-8C6F-7745081157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9446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DB64E-0B4F-4D6E-7BA0-A1165FC90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B9937D-FE9F-3A1C-9B8B-2D7C854EF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8ECBF0-206F-27D3-F6E1-0C2480F14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34115-59EA-53F2-497B-8D031ABEA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2104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A6C8-1DE9-4C52-1648-3E86E8A7D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054A2-CA58-BF01-50BD-FCD705B6B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D9BE9-AECA-A540-A654-8B69B4C2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354D2-1435-590E-4A4F-D4ACA43DA2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4000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E4DDC-2D62-AC31-3C1D-64CC7B9C4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8D87D-0AEC-D2E8-5509-69B4964E8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5B571-94A1-6270-2400-2F6714AB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C7CF1-60EF-E74D-3DDC-F34F2B3CB5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410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9180-0175-4D15-6467-A4DE7EC1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1CF-B10F-B376-3882-9B5C85BE6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F91D5-8828-2782-D302-3F0F0B27A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3F85-0FF2-5CFE-5C98-568721BD0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8891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FDF8-FDC1-AB3B-64B4-540FC69A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75A9E-D165-43BA-9BEB-17FD35454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0F86C-6140-6050-D874-421EE0A4F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FD53F-F946-B5F5-6182-A49B6095E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6769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38BC2-773A-34E9-9423-4678DBE12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C4A0A-B23D-F288-4AFC-3FDD43CCE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24615D-454D-C314-04F2-4A3C9924B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A13E5-5F72-370F-BD6D-ADA333BA57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599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F95A6-34B3-72E6-C53D-501C21313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C1E459-51EF-4885-07BB-6A9750DEB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6E8B30-936F-10ED-0C5D-89AF529E1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A0C2B-9D82-6828-DC91-25ADB8E1D6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7239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01A58-392E-0E4A-296C-819C07DD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37E1E-F609-7529-7711-B1A839162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A47A2F-B210-EE79-61BA-347D838B2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20E54-4CA7-86F1-6E9F-FB0FDE747F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0093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F513C-6DB3-C1F1-9C16-2FD4BB82A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66D04-4662-47AF-6818-B070B0112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B115DE-5E55-B323-E02D-A9C33FEF76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F92478-52B8-AE86-3E03-0236C2DBA3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7929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41-BB3F-D151-73F4-DB3C8082D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16DEF-70F9-B459-FAEA-CBB0F6671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ADBE7-23E0-B764-E27F-101DD4A3A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78A2F-9B3B-4413-BE49-6ED1C54B5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364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27D96-F91B-49F5-F655-7F171CC95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A5AF0-98D2-8641-9212-F95029AD0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49C13-318A-2ED4-F43B-8AE18B978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B06A0-D2FC-FEDB-9CE6-9E9C72B8A7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8186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1877-897B-6003-7132-27ECB4D77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FC1C50-7DF3-FF27-B9B4-1AC57C271A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A5AA3-C778-65B7-0B86-1DAC164E7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918F0-923B-1BD0-8B4F-CAF846B7D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453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F18DC-1CD1-5C7D-8987-E3B18C15D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DE6089-91FD-B9F9-8BAA-5AEA85AC3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D3B1B4-B683-54AF-EF54-651B60F38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98FD4-E936-79EC-3C7E-2E3E31FE3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1829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58D50-BCB6-D989-CB8F-2F6993D63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D58925-AFC0-45CA-300B-C8D0A4A364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835805-417E-5690-059F-FADB94ACC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DB59D-4A78-C20F-CE2B-214A7A848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9157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664C4-4D91-EC6B-8C2C-667E080BF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389510-4AE0-592E-BDC7-3BA5E1A24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86CF-6FFA-47A3-264B-212A338860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EC19A-6837-BAD7-00D2-9459D64C09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7642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5BC18-337C-FFED-59DA-92C1872C8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751695-832F-8FFD-2070-124AA64BE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62A468-B7EC-F517-CD12-AB406150D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883EA-CDA5-F5ED-99BD-02A7204D3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5008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85659-9A97-858E-9E6A-62598F40D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D6B85-393C-D23C-9239-4271EC020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CEBB7-F1D6-1E31-FD01-3A299CC69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72AE8-CE7E-EE94-CA19-19ACC5E30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85717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904A2-5521-7952-E308-506DF975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00C7C8-B91A-64E1-6EEE-2807C494D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701E30-9E22-67EB-A633-B78AE1C27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4EA5A-BF7C-5406-E1C9-E44F43D4B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841048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FBB56-D9AD-1659-10D6-3D4CE4580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127D2-E559-59BD-4CAB-0578AD37B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7473A-2AC9-7F0F-5526-B8739DA44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1C39C-C5BF-0920-96C5-29EAD84AF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6908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1BE1E-E730-1FEE-22AA-F60A1247A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CD23D-C3FF-9F33-AC7F-8E18E1A3BA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4DEEC8-A2B1-8084-E066-143EF2760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52B582-5C02-F85A-6FA6-3D625AA932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58251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3D0E6-EE1D-8E99-76A9-620B04E66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AA774-628C-9F4A-4FF1-28AFE8F1F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B3CC0E-4BCE-819B-239E-2F9819458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5AC6C-C1B7-DD09-4987-77ACDDFBE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12959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C8A2A-441B-695A-09DC-C9E84685F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947EF-7884-8C95-0744-45E4C2C8C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6AB3A-9A4F-EC62-0B7F-467B94C2C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7F72F-8479-3947-004A-503D7D5626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56365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2415A-69EB-FFFD-E8BC-6A1797105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305173-3C94-D881-830D-29851FA30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11FA28-6D0A-6BED-3639-2FDCD8519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E8D47-CFE4-80F3-A090-2C5F74F990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76443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7BD5-567B-41DD-3DB1-ECA4FDEF7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EEB477-3360-DA01-6F74-CA19F4354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C3FAD0-700F-519B-5B4C-70638B398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44151-82C3-A6F9-2197-154A19447B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74089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9C5E5-9550-254F-1259-AD800C4FE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B5188F-678A-20CC-D4C1-FA41350CFC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1B0BD2-38B8-5AEE-5DF1-5F2486161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DF459-DDA0-46E6-E3CE-50C8AF3A7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2596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444E0-E197-519E-E632-AACFF5CA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E8BA80-03A9-2C63-8F00-D35E7A8B97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EF8EDD-AFC8-B6E7-B3D0-BA2AAAAB06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DBBB0-E8F1-480E-5722-67E99C5EBF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8991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03305-C1E9-784C-76BA-0D2D98345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E9252-5502-5E9D-45A3-8969EE117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F39793-9B92-065A-2044-8FE8FE6E1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FB6751-FD66-B4EA-1031-FAA62B8933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05294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080AF-B512-5B0B-B69A-EE09681CA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3E653-38F5-37E6-9529-20CA203E4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880D1-32B9-4AFA-D765-0961F44C1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D23FE-BE1F-6520-2214-BE1EB6D4F9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285280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0FF0C-B7CA-B6AD-DA60-AE9CB6C48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711581-4E67-BB9A-3D98-9FCA334BB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E53356-81DA-5B68-04BD-03E12FFCFD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5AAC6-A9D3-07F2-EC0F-7146A0200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28615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84.png"/><Relationship Id="rId9" Type="http://schemas.microsoft.com/office/2007/relationships/diagramDrawing" Target="../diagrams/drawing1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8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84.png"/><Relationship Id="rId5" Type="http://schemas.openxmlformats.org/officeDocument/2006/relationships/diagramData" Target="../diagrams/data2.xml"/><Relationship Id="rId10" Type="http://schemas.openxmlformats.org/officeDocument/2006/relationships/image" Target="../media/image86.png"/><Relationship Id="rId4" Type="http://schemas.openxmlformats.org/officeDocument/2006/relationships/image" Target="../media/image85.png"/><Relationship Id="rId9" Type="http://schemas.microsoft.com/office/2007/relationships/diagramDrawing" Target="../diagrams/drawing2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88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84.png"/><Relationship Id="rId5" Type="http://schemas.openxmlformats.org/officeDocument/2006/relationships/diagramData" Target="../diagrams/data3.xml"/><Relationship Id="rId10" Type="http://schemas.openxmlformats.org/officeDocument/2006/relationships/image" Target="../media/image86.png"/><Relationship Id="rId4" Type="http://schemas.openxmlformats.org/officeDocument/2006/relationships/image" Target="../media/image85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C92-9EBD-C300-8FD5-949FA8E8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11FE77B-A764-78AA-906F-FFC3D9AFEC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783CB31-4982-8D63-C564-2F422D1FDD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2CCF5-7FF0-BD53-175A-523D6048C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D9D8A-5C91-E7D1-1B23-551071FA4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4E9844-12AB-8CB5-9F96-B5C0AE5D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4A54A58-AD33-37A6-E3AA-540D94417F5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3.1/3.2 Adding Primary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D7F02-6AC2-D46E-2A29-BBE7646FB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41E53D-752A-3477-B398-8AC662596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910791"/>
            <a:ext cx="9612066" cy="4572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8D16EE-D7D1-DADA-3694-B9B222B2E4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1678" y="4418029"/>
            <a:ext cx="5430008" cy="18766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3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88546-FEA0-DF40-02DF-D83C7829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81E030E-5182-A799-10FA-D6149B9293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E29FF69-C4CC-CBA5-5F6F-81B89ADDE4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8D8836-8156-6270-33C7-40A7AF26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7110EB-482E-9AF8-9A23-3350E5975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5C3AA4-EC50-5D2A-6A2E-8B4878245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803D183-B3D1-CFED-DBAE-474CA2DB69E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3.3 Practice: Add a 2</a:t>
            </a:r>
            <a:r>
              <a:rPr lang="en-US" altLang="zh-CN" sz="3600" b="1" cap="none" baseline="30000" dirty="0"/>
              <a:t>nd</a:t>
            </a:r>
            <a:r>
              <a:rPr lang="en-US" altLang="zh-CN" sz="3600" b="1" cap="none" dirty="0"/>
              <a:t>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72506-FA98-05E1-A96A-7FBEE23C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17F3-2188-8932-A1A5-6501F6E8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88" y="1872263"/>
            <a:ext cx="9573961" cy="46393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939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8BBA-4038-EC9D-1015-19C87D99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F8DE56-FCDD-4885-7530-68BC209E57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12BB59-55C0-38DA-9118-9ED7237AB77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9991E-411A-F085-B7EA-1FE5BC8B6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59314-3B91-E14D-2E74-D4C63112D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5A144-532D-AF44-A250-2C00D0041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E28ED86-1549-D993-EA74-C112DC50571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052454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3.4/3.5/3.6 Adding Desktop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8EFDAE-308A-71EB-35AB-0AA40B40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BA5F2-3F86-E89F-C7B4-62B24D8EF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23" y="1959518"/>
            <a:ext cx="9497750" cy="4534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850706-6935-27E6-BB44-BDDD1D94D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7144" y="4466756"/>
            <a:ext cx="4239217" cy="1028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88104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FFB8B-A01D-2B21-B036-99301487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4A6BC9F-BBFE-5A2A-2691-8F713E8AAA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446DE6-87A8-013A-6F62-C7D267F5BEA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BF8C84-D63E-1A93-790B-077DD275A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9AED1C-53D6-1E5B-A696-9C19625E7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0907DF-088E-B9CE-D75D-5AE009009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61627EC-4510-D6C8-0252-D04E489C6E3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3.7 Practice: Add Mobile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72061F-E14B-F860-FF78-2E3EA5998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836AE-DB6E-0CAD-C956-6E550D93C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872263"/>
            <a:ext cx="9612066" cy="4686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20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B44A-D612-91F2-AF55-D3CB44B5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B405EBA-B5D6-465D-D30A-BDB3F4EC26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D9E6601-40E9-2E73-1FE4-62E49FC3CE5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ED9AF-2A14-413F-9302-F65069C25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D72D5A-BA7E-B858-E1A1-29DDAD55B3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978822-F247-F3D7-DB2A-90E9FCF20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38BD9FC-69E1-8738-9E57-DF3C071FF351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4.1 Nested routing 4.2 Create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B72EA-518B-D665-C3CE-C0A6B371E8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212513-A107-6E25-1524-087990844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85205"/>
            <a:ext cx="10438544" cy="4217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94957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C64CD-BDA0-25A2-285F-5BBF5F909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09DFD75-30F5-3447-FCE8-72E2B91625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3949CA5-CBEA-4668-F81D-7794D2D8B1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5DF9F-80F9-0591-A1FC-823799276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0A1416-E466-3F6F-7390-27E66A550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05E1F-2F1E-303F-3CBA-82B19F6D6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14D7A56-65CB-A815-6E9D-2ED3BA1A3C3A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4.3 Practice: Create Dashboard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152ED4-8857-5CB9-87C7-8665BBDA2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A70EB5-18FC-7670-AAF7-8E99E5347C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6854" y="1959518"/>
            <a:ext cx="11003622" cy="4475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45944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C6ABF-C404-FFDF-B8A1-8BE0D437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3EB650-D78F-3E4A-2131-50EA9F30DF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AF81C2A-10C0-E8DA-C56D-2C7608AFA5E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59E6A6-1065-A9A6-1330-EB39D7B2C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300F1C-369E-E508-30A3-D3A9DB61BE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3FBE0-DF47-7302-97C7-E72DF9F39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4E3EB08-FE5B-9194-FBFE-C3172AEEF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77A86A-F0DA-6605-2EF3-9C33FC5938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9961"/>
            <a:ext cx="10585758" cy="42815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AEF23AA-A95D-0376-7245-E7B460334D8C}"/>
              </a:ext>
            </a:extLst>
          </p:cNvPr>
          <p:cNvSpPr txBox="1">
            <a:spLocks/>
          </p:cNvSpPr>
          <p:nvPr/>
        </p:nvSpPr>
        <p:spPr>
          <a:xfrm>
            <a:off x="3896391" y="1878488"/>
            <a:ext cx="8196479" cy="1234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4.4 Create Dashboard Layout &amp; </a:t>
            </a:r>
          </a:p>
          <a:p>
            <a:r>
              <a:rPr lang="en-US" altLang="zh-CN" sz="3600" b="1" cap="none" dirty="0"/>
              <a:t>4.5 Root Layout</a:t>
            </a:r>
            <a:endParaRPr lang="en-US" sz="3600" b="1" cap="none" dirty="0"/>
          </a:p>
        </p:txBody>
      </p:sp>
    </p:spTree>
    <p:extLst>
      <p:ext uri="{BB962C8B-B14F-4D97-AF65-F5344CB8AC3E}">
        <p14:creationId xmlns:p14="http://schemas.microsoft.com/office/powerpoint/2010/main" val="4161633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3AF3A-08F7-DF84-EECB-D0FE6D04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B4C7083-EBDE-D3FC-F5D8-8268AE3529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9BAEE5-00EE-AEDB-56A6-0CAE4FF82F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5F4F5-DA53-959C-EFA5-ECCB3AF49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B4F268-76AB-B65C-EC2B-534FDE8E2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440243-5E3B-2A20-81AB-5143DBB94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7AEA444-2853-72DE-0DD1-848A0E6AEC88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5.1/5.2 The &lt;link&gt; component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52368-82D0-25C4-BA76-E53E13B11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5D916B-D182-2FD2-07E4-80862A86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959518"/>
            <a:ext cx="9991916" cy="43684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15259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8B21-0E37-DA28-B60C-EB42C459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AFAE3B-EC0D-5F8E-6FAA-6F2A992E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2CC5D40-6355-8C95-DF25-B72964546D6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E25B37-DF0A-5B98-E8F0-BFA113A90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5294E8-A181-8B17-DD85-972867A9B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A5E9B-ED0F-1BE5-E2F3-31BAA42FD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EEB62C2-0FE2-48CB-AE68-33FF8003729E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5.3 Pattern: Showing active links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89E21-9529-4A57-7970-DF75CED84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5BFB16-0741-9180-CFF1-FBDED588F6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694" y="1959518"/>
            <a:ext cx="10503148" cy="45234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05189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59127-ABA3-C64C-AABE-2B3F834D3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24B1E36-D5D1-3877-AB0E-283BC0131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C49BAF-7B78-A90F-26AA-190400EC5AD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895D2C-880B-5B6A-4A81-59D1F6222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A3D7CA-19AD-B408-513A-72B544319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2A4634-C732-645D-7808-DE312E720B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3227543-C3FB-955E-F688-D72837FD5A6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6.1 Create </a:t>
            </a:r>
            <a:r>
              <a:rPr lang="en-US" altLang="zh-CN" sz="3600" b="1" cap="none" dirty="0" err="1"/>
              <a:t>Github</a:t>
            </a:r>
            <a:r>
              <a:rPr lang="en-US" altLang="zh-CN" sz="3600" b="1" cap="none" dirty="0"/>
              <a:t> Repo and 6.2 Vercel Account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032A5-AC50-B445-F084-5476CE411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526ECE-2943-A3DB-5112-6B57C3AE2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2193" y="2032321"/>
            <a:ext cx="9914562" cy="4400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C187A3-AD07-6580-5059-B952F05CC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372" y="4621914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0B8ADC-111F-AED7-B90E-7DF1C2FCE9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1474" y="4621914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988739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5835-1C7B-0AF9-3BBF-ED4D23311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015B-CAEB-1F8F-6555-4E5D8C439D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013667-5AC9-72FC-A2CA-5D72DA0C280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C03A2-0990-05CA-C194-22682781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86A7A8-AA4B-3ABF-9254-D8DF183F2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F5438A-59F5-92DE-1871-ADF141E897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77B65EC-1852-E523-911C-3C3DC72EBE3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6.3 Connect and Deploy Project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724144-44E4-45FA-9EA8-146C90B953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D08636-912A-72E6-F9DF-EA231556B5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189931" cy="447755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18B25F-D1A4-7F30-7F12-4BD240D98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096" y="3669298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D53845D-1113-CC62-04C4-6AD121658D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2934" y="5604990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74A70F6E-A23E-606D-B37E-6745ABA38B50}"/>
              </a:ext>
            </a:extLst>
          </p:cNvPr>
          <p:cNvSpPr/>
          <p:nvPr/>
        </p:nvSpPr>
        <p:spPr>
          <a:xfrm>
            <a:off x="10144807" y="4885218"/>
            <a:ext cx="719191" cy="656090"/>
          </a:xfrm>
          <a:prstGeom prst="downArrow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572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3196-9424-6208-FBF1-1061E2F3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7BC302A-6A59-57E9-288F-4D1937BEF7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9A3B009-1729-CF99-3536-143A0AA408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2D7F36-BD7F-5E7E-0E24-DCE500DC2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C096A2-3FAC-8A8B-5A06-12409748F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3A9E81-70B3-1FFD-B373-A8658B470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73C986-CDAE-F361-FD65-670B544EDE5F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6.4 Create a </a:t>
            </a:r>
            <a:r>
              <a:rPr lang="en-US" altLang="zh-CN" sz="3600" b="1" cap="none" dirty="0" err="1"/>
              <a:t>Postgre</a:t>
            </a:r>
            <a:r>
              <a:rPr lang="en-US" altLang="zh-CN" sz="3600" b="1" cap="none" dirty="0"/>
              <a:t>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9D0D4-208C-0651-EB9F-AF607C4CD1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068E5F-2A6D-EA17-C9E9-F30C86778F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4395" y="1959518"/>
            <a:ext cx="10397544" cy="44679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86547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7F0B-D371-CF82-5BC9-EA64D68B8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8AC6869-C189-9D61-2E9C-229C9E0676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CC06BA4-D1F2-CA05-80EA-EEDB1A1A97C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F3CBE5-81C1-1B80-92A8-FC2FED0FA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A7BC1B-7D30-F3B5-2080-321BFD2A1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A8030B-5712-B83C-8E28-430B6B55BB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4E34D1B-8C53-DDFA-90F4-6AB27AF06C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6.5 Seed your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903E48-3D4F-6EF8-E0AA-0E8BD1F7E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3AB7E8-B019-4556-581B-D59D0733A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16" y="1959518"/>
            <a:ext cx="10230118" cy="43843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15579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71D80-EC53-F179-9FCC-D3DA4B4C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1B373C2-EB82-294C-7747-B83314E092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A95818-1918-AC05-3D7B-A1E67876AC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5855A-9D18-ABE8-E26E-56752E4AC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022281-64E9-C4AA-820F-80115E347C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8BE68C-C3EC-9C38-D556-776585119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08B1370-73CD-6B09-F344-CAA1A8FA6E6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6.6 Executing Queries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A42AC-5611-4D1A-B4D9-193A1808C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D1EBC9-D2BE-8F7B-B218-FEF6886A41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579" y="1959518"/>
            <a:ext cx="10222208" cy="45358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33886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2E30-BBDD-8F82-D39F-129E0780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E9D7-1D13-A0AD-61C7-C2FD5E561C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C02C729-44B6-5D6B-2B52-1A0394F46A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82CA10-2177-4545-2BEB-7402049C7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4002DF-CCBD-77BE-6839-3A65C1FC2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3FAAE-BD90-DBB6-223C-8AB87A983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E42B07-86C5-E1AE-0462-EC8A9593231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7.1 Choosing how to fetch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C2821-4001-3904-777D-06C7E44992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ADBC16-D276-9633-E2F3-5C84C5A7B3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633" y="1872263"/>
            <a:ext cx="9506857" cy="4671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40339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399-F9B6-77A2-D648-1F53EC1E0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1DD1BC6-3887-3E9A-E090-500F91B72BF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84580E-36AC-E093-8D33-7612FE18894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F0BF46-90F8-6DB4-2560-4F877CDFA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B85975-6EA1-D7EF-40C5-97329BC95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ED6397-A4EB-8C4D-AEEE-E71283E531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D673D4D-3220-421A-4A52-D952D7ADD07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7.2 Fetching data from app overview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0B480B-A8AE-4CD4-4DD8-D6CB93BAC4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7B0F2-D89F-0FE0-981B-06009258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021" y="2092786"/>
            <a:ext cx="9165876" cy="443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68667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BD59D-DEA3-CCA6-C8AC-25C26AC0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F028C76-FA0B-059E-6B93-170EDE7FC07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89CCA6A-8808-52D1-7188-33FEB94A4B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C3E861-4F90-7D17-81D3-83A1DAD16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BCB3EB-9DBE-69C4-7632-01B0D89A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453A17-DE59-96D1-3FB4-22A210B0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230DD4-7101-6825-8F49-AFFF5E213DE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7.3 Fetching data from &lt;</a:t>
            </a:r>
            <a:r>
              <a:rPr lang="en-US" altLang="zh-CN" sz="3600" b="1" cap="none" dirty="0" err="1"/>
              <a:t>RevenueChart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6F698-BA2A-5F0B-89BD-BECF510E0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25B24A-8E88-51AC-7A8A-F6F994CC62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43" y="1959518"/>
            <a:ext cx="9546510" cy="46232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3B3FD5-3F78-0843-8C28-CC6EE24F3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3597" y="3744693"/>
            <a:ext cx="4188600" cy="29253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97357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65B65-8B11-2AB1-4041-A5F7D6A9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4133FC9-4046-24EE-B11E-177F8A7712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6CC97A8-886E-31D5-B327-3A86A297A7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99C3FB8-6055-632B-D9C6-FE7E7B2DED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7509BF-BC87-840B-AF08-3BEECD6C6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A3ABC1-EFC2-8046-230A-82365EAD1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7B300-E44E-2542-7DB5-69EC276DA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B4D2E9C-9C3E-6374-CE39-DA570E5F4F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7.4 Fetching data from &lt;</a:t>
            </a:r>
            <a:r>
              <a:rPr lang="en-US" altLang="zh-CN" sz="3600" b="1" cap="none" dirty="0" err="1"/>
              <a:t>LatestInvoices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82311-DE16-F383-212B-0F7C95AF8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552EF9-3C2C-3B32-6DAF-F7F653093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7" y="2032321"/>
            <a:ext cx="9071710" cy="4528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28B9E6-CD42-58EA-8CDD-8C913A6974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1519" y="4108238"/>
            <a:ext cx="5990291" cy="252111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832926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8C33-4720-7ECB-4D57-EF083CD3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38FB318-EB75-D388-1362-B25E1127EF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2BA7B2-EF6C-ECCB-4B12-E0405F54135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83FF731-328E-A67F-89D6-7D3C7E09FFB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4A7CB0-4C1C-CD79-28DA-50E13D927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B32EF7-042D-1D3D-2C5E-DE306989B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DF5C96-30C4-2246-33AF-22255C4716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C7EDCD-FEC7-F7D5-37B2-1E344B5BE3A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7.5 Practice: Fetch data for &lt;Card&gt;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7946C-1DC8-2F64-A8F1-10C81C6B5B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F446B3-9437-0E18-2879-F84D279F19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1251" y="2289786"/>
            <a:ext cx="8155223" cy="41219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E9CDCE-FE18-E580-04B4-4F09B766D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0193" y="4265716"/>
            <a:ext cx="4447401" cy="22832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94310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F5C9C-5773-454C-070C-1DCE9639B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DCDD23DC-F07C-66F3-4419-875A666091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D59DE7-0633-D70D-11CF-996EE8CE3A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14564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F91573D-5967-6E04-7F9C-4E299B7672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A9148-36E3-A462-25FE-BE78CCC63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8D78C-F978-151F-455A-52B708BF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79166C-037C-5BAD-0408-DA6C9B5E1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A0E1994-3B33-2349-0A2F-CB205792F38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7.6/7.7 Waterfall vs Parallel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A0AB8-5BEE-95E0-0AB2-F41BE9CDF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B54DDF3-FDB1-06FD-6A3A-4528DC0DB0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773" y="2452253"/>
            <a:ext cx="8345916" cy="4166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4D9CCEA-4790-787A-81E9-CB75580F0F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6883" y="2452253"/>
            <a:ext cx="4326998" cy="19622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4048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93800-AD85-51D9-1A30-2188FB053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A5AA699-0F91-B6D3-0897-4FCB14FA1FB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7F404F-E1CF-9883-1B39-DBE82E6E102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0EB67B3-5EB0-2DD9-1BCF-8B2109E916E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7C510-6CD2-3261-2A2E-B9A9B9D4A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4642DF-3F9E-4305-8A31-581163F1D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9B2364-303A-C063-7275-DD8D2C5CF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48D8309-F0AA-1A9C-CBB6-5D07C921D5F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8.1/8.2 Static vs. Dynamic Rendering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4409C-EAB3-ACC3-BACC-FE99ED89BA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80B4CA-46E8-8340-634E-882663C0F2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7457" y="2078022"/>
            <a:ext cx="10920299" cy="40266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7F0EB4-D2CE-7BF5-3CA8-641D3696AD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3460" y="3631374"/>
            <a:ext cx="4990612" cy="3071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4052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F51F5-2EE6-B243-820B-08B3F026E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7B7F48-B79E-20AD-4B23-8BDE61FC11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CD8EE7-1879-47D2-39A3-DC39F3DF311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6DE2DD-696C-E467-8EC0-30404D07BC6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B9C369-0712-544C-BF3B-D22C9D7F2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FEA9B5-6F89-0FCD-A678-E702F639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13B8B1-6892-8DF1-19E6-1B1C83BD8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C05A07-EA7B-FB63-D166-C4BF3285586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8.3 Simulating a Slow Data Fetch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F3BC59-2872-65F9-17EA-A570B40F80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86F69C-5D0F-1842-35AA-68187958C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91921" y="2134045"/>
            <a:ext cx="10706637" cy="39740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D16EF3-6715-1F59-1900-EFB829C69B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689" y="3829318"/>
            <a:ext cx="2874538" cy="28745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7238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F259-FA05-AEC0-A22E-FC5680822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96B842F-BB07-F6D4-4DE7-7774D558A8D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3497A31-4FAB-D5A2-21F8-B9048B1027D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57CAD2D-DAF0-2CE3-4574-A2C0CD3407E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44232A-EF11-DED9-DEA5-99863F2F7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0BA525-F3F1-54A3-9A19-5FD5B7C09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419BE7-60E8-EAB2-0967-5A81CEE640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C5F3410-9118-0D76-ADCF-9AD614CF7A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9.1 What is Streaming?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25A154-6BDE-7A58-0D6D-6F7FD1DFC1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8A380-6E7D-E5FF-1F80-AF0A8D321A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783" y="2189755"/>
            <a:ext cx="8883629" cy="42120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C281E8-20E4-AFC0-D0D2-9A0CDEC45E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1865" y="4696993"/>
            <a:ext cx="3986299" cy="142461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38565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D82DA-EC26-9516-5B24-CAA4FC3A8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C83C307-F58E-9359-DE38-B1C4D4738F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8D7134A-6A1E-93A0-F058-5C7C95BC021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56E7FE1-16C8-485A-D2C1-B046E5814E2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AB5D19-7C07-EFEB-5701-9D85BFB95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B219F9-9F85-295F-6CCC-C1E8E92E6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9C667F-3F2F-C935-37A1-9F7425FEF9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ADDA312-26B7-8A42-5292-829C57B3940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(0)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8ACA-1300-5E16-7907-F53FC4EA43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494B61-5DD6-9A29-82D2-C3A5B66247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206309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5FDAD-63E8-0273-FA55-65050B6CE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44BE652-B11F-3F7B-8401-521AF41C244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E078C2-B653-0DB9-2C0D-F74D8AA08E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A06AF3F-C619-C7D4-A812-BB77D843EED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CE0C97-4544-991A-8ED9-F0ADA6280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EF8DCA-BC41-FD85-66E7-DA79B6B09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4B534E-4F1A-8D29-74B0-D21D4D8537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2E76566-237A-F122-F370-E9D930092B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(1)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190F3-BABB-89AE-84F8-E8344C1BF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1CFFC77-691D-0E02-BAA1-C696CEC61A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15250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4BEFC-270C-0B9F-0D95-F89E28EFB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93019E9-5344-4830-D026-83481B5A1DA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B033C3D-5A51-7EC4-C418-4A71814BDC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EB6E83B-F76B-7A76-7246-7E4C93D53B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07D041-7D83-7D20-E9F1-AF81F5AD5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351C4D-5C17-ED39-9B12-FA87FE5B6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D84348-64F1-3B77-4E90-8CDD31FF7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A91CB22-C81B-9825-440F-5BE48FC0DD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(2)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598375-4FAA-AD89-E6FF-F16B457E9B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47FDF83-F549-C45C-EB82-69AA627157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57" y="2001719"/>
            <a:ext cx="10346028" cy="45195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CF8ED-5573-C500-99B7-EFB6102429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5821" y="4133194"/>
            <a:ext cx="2219554" cy="22195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142707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ED892-C9D0-CA51-5E88-67B0E059E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628488B0-9BED-15B4-41B1-878C660CA0C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34CC088-2C88-393B-7A13-FC13D2BF0EA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28423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42AE723-7C0D-1DA7-34BA-0AC1338FA5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7C6935-5A19-4392-579B-B3A36EA584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E97606-2D8D-C909-38C2-5C9D13F73C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3CE94E-8EDE-7CE4-A553-F50F45C51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B70AFF2-0EFD-70C4-5171-D7B39B4A09F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(3)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CCEDC2-A7C7-DBBC-992D-D0E788749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21DB99E-52CC-FF13-3C5E-AEC32C4E2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8"/>
            <a:ext cx="10290220" cy="444432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335723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48781-8048-D645-EFDA-97807DAAF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258E795-1AE9-EDC4-7ABF-ADFA379AAC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098C312-F61E-BEAC-2311-0C1263604F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528F393-C8DE-6609-9B39-C8058FEB91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F9A330-1EFB-3397-55D6-714D03E1B8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FDFB37-C645-6423-4FF2-11E128AB1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26D58B-0751-75C4-8D21-8676D3CD9B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6BB2FE0-BA69-4424-3941-45E00D06240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(4)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F31CDC-A2D9-B708-0275-6148305A79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C780E7C-6D3F-0B98-B03C-55AD111426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77272" y="2078022"/>
            <a:ext cx="10303098" cy="43829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C3D81F-CF81-4E0D-C8FB-10F38C4062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1807" y="4615120"/>
            <a:ext cx="3426932" cy="162254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22820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0F03-800E-CF79-0B52-51F476ACD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EB21390-5147-0404-A350-9D364BC368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19378AF-1D88-46FA-3B4D-7692FC62952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BE852EC-D4EC-DADF-3CE4-9FFC66F8FA4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261CB9-E0CD-DECD-AF68-BFA2B3DC83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E11919-6412-7DAB-C143-E8D02DFB8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ABDE45-93AE-A598-40B9-EB62ABB2D8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3DC907D-D698-056C-9CAE-E63F37AB6ED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9.3 Grouping Component 9.4 Deciding…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3D961D-751F-FC31-6C81-D19D7D5A1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67EE38-3C99-4ED3-9493-BAADF81845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112" y="2061298"/>
            <a:ext cx="9522392" cy="44768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006921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4D271-FD27-592E-C418-D8B649CB3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07F2D6E4-89BB-BD31-C639-0D95A9A89B6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29A7782-7A48-FD3A-7849-8575C718541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2BDEC4-45EC-AAFC-71C1-B69C4454D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26F0D3-F9B4-AB33-1EB8-23F354D0F2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3A87A9-4303-C870-32C8-5001ED6D5B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E14B9F8-55C9-77B5-D150-A448A34175F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10.1 Starting Code 10.2 Why URL Search Params?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025BF-13E9-03E6-2349-C0AC1999A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F8A73B-D7BD-8AD8-4ECF-A020E80205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7013" y="2082185"/>
            <a:ext cx="11241069" cy="4324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B6B3F3-2FCC-2E46-F2EF-0C7E3721FA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2798" y="4084979"/>
            <a:ext cx="3852063" cy="23998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301387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D53BC-8A67-30E7-A0A7-9501E3A22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5D460255-6416-1B49-E113-DD13289614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EE3A943-CAA4-D328-FA38-BD9327CEA1A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32F8E8-D210-C677-598A-323AA3DD0E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94395B-6B48-D4CD-E70D-6A37BE269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44662D-B431-E1C1-42F5-9559AA6D7F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26E8BC2-3CAE-CE38-259E-0ABAD74FC8F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10.3.1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76DFD3-1069-BAA1-8675-9AAE0B7C0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3F21276-23FE-DEFE-5B1E-C7731B8607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90418" y="2030401"/>
            <a:ext cx="11948845" cy="43212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1C5791-4F9E-3EF1-8591-B88842E9D2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7240" y="4063004"/>
            <a:ext cx="3783629" cy="258745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3844209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24ECB-F9CB-87D9-54E9-37978B770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29DC8C9-1E02-5F3F-52DC-DCEC571A35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BBBF83-071C-41F0-1EF0-B02EC8CBBA5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64ACFD-67BE-B4C8-05EE-5C72EF393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777F05-2FA3-B3F5-7709-A25AD824D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6F3D2C-B263-A0A0-F707-2198B44B52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5A61F16-8A8F-D615-99EF-DA811C068B5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10.3.2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8A5A09-C01F-6C87-C327-3BFBF9628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91AE9F5-D068-A585-9003-D50FB5527E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67128" y="2030401"/>
            <a:ext cx="11794733" cy="43155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B54BB03-51D4-0E90-B8ED-97D5A1E523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0238" y="4018208"/>
            <a:ext cx="4210880" cy="26338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1971101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7B2CE-844B-BD0C-E487-675DCB27E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2C81D6-DBFD-7D54-1CCB-1185C8275D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0C18E7-47EB-BFE5-EBB1-89F6869775C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457BF0-FCCF-7AFE-0A33-F365C74B3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5659D8-57C9-9C17-3083-151C3BC54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344B11-9ED0-6238-1158-60D4B9D724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E875B93-18A2-4D9A-43EF-9DB57BAA8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10.3.3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02B1D9-7012-E1D1-992B-2D1B6B132D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BBC226-ED8A-50E2-97E8-E50CD4BDF4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2090305"/>
            <a:ext cx="10777591" cy="391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34F46B7-DF2B-B4E9-695B-9F6B268D66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9006" y="4520474"/>
            <a:ext cx="3131377" cy="204962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924870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D6B50-FA04-7236-669B-2D19F59C9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88065A4-B1C4-D2E3-10E9-60793A376E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A1677C5-E52F-02A8-0442-C131A9EFF9B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BE9468-6DD6-6EF5-42B2-D582D9E18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3DFCCE-7266-2ACE-33BF-840F96D5C0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B7DAB9-415E-9B17-7D95-4F1B871E1A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968C0B8-CB55-5881-ED20-7505C22768C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10.3.4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F2F97-4C86-1798-605B-64D9B830EA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05E654-4DEE-E879-0283-74634F15BF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2561" y="2078022"/>
            <a:ext cx="11486508" cy="42330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31D63A6-85BA-6BED-F294-345972C8CC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4467" y="4540959"/>
            <a:ext cx="1756356" cy="17563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4195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28BC0-03FD-26AA-7C53-C9EE917D1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0EC0513-BEC1-EA94-1527-3CFB6A87A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221C671-BE65-C287-DD49-0ABCE90D76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9511E5-87C2-3820-A59E-A882B9442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9E3D77-A76E-0AD7-B4B9-C9D681A4F1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8F154D-D757-4793-A723-956447B2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ADB4A08-65BD-A3AF-1F56-FABEA1C249C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10.3.5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3CBE9D-9CAC-0574-01E8-43136AACB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8B43A19-5A67-466F-067B-0A98B1E2EF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78022"/>
            <a:ext cx="11034445" cy="40804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55C214E-505D-2EC8-BAA6-E769E4E7E6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137" y="4538646"/>
            <a:ext cx="3245477" cy="182558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076337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22C2E-ED05-25AB-317A-C35EEB9C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1F0911B-C879-4D44-3C3A-B1F33D8B0C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5521FE2-9340-5674-D87F-4CADDB9875C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1B8D39-5EEC-5A36-3715-219F62B5E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F2B0D49-C7D0-F4D1-41DB-32F49BFBE5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C57968-0019-8644-2E04-5BDABCEC8E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F26AF95-EE08-9143-6EA1-7221606DB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10.4 Adding Pagination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766AB4-7180-63FD-4764-A3C95AF80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2F6EBF-518A-E3BE-2357-CC4C5ED919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01659" y="2032321"/>
            <a:ext cx="10858702" cy="42192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57D0D1F-1E54-7FBB-5045-6A46E4F575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6505" y="4271354"/>
            <a:ext cx="2423183" cy="23046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124460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0F6ED-B4C3-6A9A-9F5C-6E9C64095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7CCF54E-D6C6-1D7A-9F4B-46A73DF0A72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75C0717-7C73-534B-5971-BE9A73A48D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702B44-5117-3A13-8203-43D47DDC6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54D2C3-4B36-5F29-835A-637A6273E5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4ECE49-20EF-C29F-5DFD-42FEBB6305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645DA12-2D61-F820-33AA-F2BB73A5EDF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11.1 What’s Server Action? 11.2 Using Forms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BD32EE-371D-09F3-7CC5-31DBF30D7F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87A7391-A4B6-3554-324B-700506B17B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325" y="2016216"/>
            <a:ext cx="9407727" cy="44981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658656C-57DB-8800-13EC-F0EC30BFA6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8943" y="4124985"/>
            <a:ext cx="5125165" cy="20767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11296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1534-0637-4317-E20C-06CBF3A9D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41B44E5-3851-143D-B962-18928B053D9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56245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B4FD590-280C-A080-8604-83F6246ACE0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D0D377-6D26-7453-52F6-00035148B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4DB220-126B-603B-ABF4-05FE1429A0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39DDBB-D155-5986-4FE8-718679EB94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5616373-A676-7F43-7D7E-C9AC01AD43DD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(1) Create a Form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CA78F2-6F8F-98EE-3EF7-2A47CBE41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848152-D98E-ED68-EAD4-50D1F3D60E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9"/>
            <a:ext cx="9647770" cy="45931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847031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24A21-5D65-47F3-99F7-CFF324EAE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7A2A859-9FF0-9101-240B-A8AEA28F910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99130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A0291E-7F15-1CA9-8250-4C47849964F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7EC834-38CA-B956-BEA2-87C304C060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A02A3C-060D-7C95-E700-0E8D6DDA07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996B72-E767-73CC-0A0A-9AE203D90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3F5DDDA-6BFE-0746-5C10-43B9888404D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(2) Create a Server Action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DCF1E2-1115-5869-E703-1478DB278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FAA3CC0-8BC9-F00F-6704-C0646B4FEE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872263"/>
            <a:ext cx="9638389" cy="46680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421967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50DD-7269-1F56-52FC-9C624496E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9C1C642-C961-A93F-1FBA-E827F702F13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DB581A4-837B-3C0D-CF12-9BCE6C18F68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2544D-EF9F-79BC-EB03-D2DCD7D5F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228B57-2AF6-49E0-3C5C-9CEAF47512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7AC643-4246-D438-A4C7-C665C5508B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D2BDC31-639B-41AF-BD7A-15B5DBEFD2D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(3) Extract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0110DB-BE3C-7D20-92DB-78EA2FFAA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434842-85C8-E971-369A-9CFBCB1E61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757" y="1959518"/>
            <a:ext cx="9515885" cy="45958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744285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C9FF2-E7A1-F0B9-582C-24F36B89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C935A37-5E21-3432-E243-455B2A8F1C4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EE2B4C3-570D-D68F-A7FC-8AD2312E016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42CCE2-80C2-9F27-F723-67000862A7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86EAFC-EE05-DC42-5CEC-86008B754C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671008-1A7C-F807-1A37-591ED8E52C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D5F2C77-47B3-7CDD-2208-89162F88F99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(4) Validate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02BAF8-F030-E856-791C-1A3A4D2F6E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AB65F0C-C8FE-1CB0-353B-3E9228999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75005" y="1918908"/>
            <a:ext cx="10404034" cy="45767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9373816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9393D-1DE5-0B67-F4DE-DF3142D5D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F5C6583-E784-93E3-DEB4-38A7886664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BCD81A9-B08F-A632-7E30-0A233A2AE5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187BD4-3229-E5E7-EF3E-47FC85061D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0019EE-4816-1E4F-D127-6B3DE2507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02D37E-1376-9A26-5C46-6F1BC08147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4940EF0-0E82-D8B2-C719-83B7926DD50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(5) Insert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C57576-EC35-2D50-61BA-4E65F9CED4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4F1533-750E-3CBD-9DE6-E74D77C5B7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222" y="2032321"/>
            <a:ext cx="9196501" cy="44207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3688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2D3FB-04F7-E619-47F1-3F1D857CA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E749D1A5-3EAA-BF60-52D1-D2594C0B10A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880A0FE-46F5-B636-593E-C570A341271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7B3844-E2CE-D0DC-C8D8-6DA010F64E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BBFC94-FFF9-2E3A-4BA4-4B7B24A407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D03D87-1067-8244-05C1-716BA4AAF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FA48F7F-AD00-C5CF-E808-2E2AE22D689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(6) Revalidate/Redirect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E5BB38-C6EE-7843-DE95-11C1B94A1C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BC57082-357C-8196-5CEE-5BC3E248AD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509" y="1872263"/>
            <a:ext cx="9795893" cy="46456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45991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05C60-85AA-7547-FF0D-815B3D580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F12CD09-02A4-439D-DA26-B0665866ED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1CC742E-E501-3528-8E26-EE288FC9A2C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EE585E-E4F9-B459-5DF2-A5716978CC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B7E8BC-3D8E-3FE6-0429-218E6BBD6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258858-2B71-EDC1-DC03-828795892D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4F9BDE1-8A20-5A82-A8FB-736B596C75D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(1) Create Dynamic Route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7B4904-C94A-2E8A-D140-1C4AFB563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C5D9B3-A359-DE7E-6CA4-452C4D2435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256" y="1994519"/>
            <a:ext cx="9407727" cy="44334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268082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D56EE-2322-7314-2CA9-367C57E0E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CD1366F-FC3A-C719-B052-5B0C299FC0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E3026A1-9330-7B09-76EB-88380369E34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951971-BC4F-7D73-71FF-FFA5D9931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C3583D7-8DB6-98CE-716C-1675B0792A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70700A-F194-0CB3-3021-95A1AA9840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3C22E8F-7833-9A0C-D672-1ECFE6F7196D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(1) Create Dynamic Route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312D6-9505-295D-FE90-4A4597BF4E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AE4ABF5-774A-E174-122F-61838D54A3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558" y="1959518"/>
            <a:ext cx="9569003" cy="44693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210956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8222E-524D-EBC6-A0EA-6BCE7A982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886319F4-EE44-B1F1-536D-6C3D27105E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25EF5FE-15F2-8CF9-B576-83069FEA4DF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502C1B-3C6E-92E9-D767-6D090E489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3D5305-B2DF-E093-40A3-D623EC603B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F52643-299F-3E2D-60C5-B6DCBC90C5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DD9B569-F73D-599D-F038-F1036DF51DE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(2) Read from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34F096-8DCA-4C19-63BC-13BC9B01BE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934601-1D7E-D6D0-C05B-59B3993164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932" y="2032321"/>
            <a:ext cx="9506857" cy="44398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533801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C70BC-B254-9E56-0E08-55475EA53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D71BAFB-9873-0E82-0E59-D23500698C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2ABEA8-6A90-ADD9-112D-3409DCD01F4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EF49CD-7BC7-3DAA-917C-788B4A1DC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46399A-133D-9239-F6EA-488CB0688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066DBA-1C7B-794D-9208-734A86A232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298828A-8D96-932F-FA3B-80BD49D8D6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(3) Read from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D247D-429A-828B-838E-DAF8DD5F01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532119-50AA-24D8-0CFF-CFA0F1569E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366" y="1991039"/>
            <a:ext cx="9581882" cy="44600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350598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10786</TotalTime>
  <Words>834</Words>
  <Application>Microsoft Office PowerPoint</Application>
  <PresentationFormat>Widescreen</PresentationFormat>
  <Paragraphs>273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1" baseType="lpstr">
      <vt:lpstr>Arial</vt:lpstr>
      <vt:lpstr>Calibri</vt:lpstr>
      <vt:lpstr>Century Gothic</vt:lpstr>
      <vt:lpstr>Wingdings 3</vt:lpstr>
      <vt:lpstr>Ion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84</cp:revision>
  <dcterms:created xsi:type="dcterms:W3CDTF">2026-01-17T04:16:23Z</dcterms:created>
  <dcterms:modified xsi:type="dcterms:W3CDTF">2026-02-08T04:03:17Z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