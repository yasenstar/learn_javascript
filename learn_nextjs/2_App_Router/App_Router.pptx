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63"/>
  </p:notesMasterIdLst>
  <p:handoutMasterIdLst>
    <p:handoutMasterId r:id="rId64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276" r:id="rId60"/>
    <p:sldId id="270" r:id="rId61"/>
    <p:sldId id="278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</p14:sldIdLst>
        </p14:section>
        <p14:section name="ch13" id="{9192146B-9412-4BF1-9C5E-1DD0EB2A082E}">
          <p14:sldIdLst/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09" d="100"/>
          <a:sy n="109" d="100"/>
        </p:scale>
        <p:origin x="594" y="2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85.png"/><Relationship Id="rId9" Type="http://schemas.microsoft.com/office/2007/relationships/diagramDrawing" Target="../diagrams/drawing1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85.png"/><Relationship Id="rId5" Type="http://schemas.openxmlformats.org/officeDocument/2006/relationships/diagramData" Target="../diagrams/data2.xml"/><Relationship Id="rId10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microsoft.com/office/2007/relationships/diagramDrawing" Target="../diagrams/drawing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89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85.png"/><Relationship Id="rId5" Type="http://schemas.openxmlformats.org/officeDocument/2006/relationships/diagramData" Target="../diagrams/data3.xml"/><Relationship Id="rId10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1144E6-9D2A-AC4A-D70A-EDA3A6B22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36" y="1959518"/>
            <a:ext cx="10465330" cy="44962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11421</TotalTime>
  <Words>859</Words>
  <Application>Microsoft Office PowerPoint</Application>
  <PresentationFormat>Widescreen</PresentationFormat>
  <Paragraphs>283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89</cp:revision>
  <dcterms:created xsi:type="dcterms:W3CDTF">2026-01-17T04:16:23Z</dcterms:created>
  <dcterms:modified xsi:type="dcterms:W3CDTF">2026-02-15T11:23:13Z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