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2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3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18"/>
  </p:notesMasterIdLst>
  <p:handoutMasterIdLst>
    <p:handoutMasterId r:id="rId19"/>
  </p:handoutMasterIdLst>
  <p:sldIdLst>
    <p:sldId id="256" r:id="rId5"/>
    <p:sldId id="257" r:id="rId6"/>
    <p:sldId id="277" r:id="rId7"/>
    <p:sldId id="279" r:id="rId8"/>
    <p:sldId id="280" r:id="rId9"/>
    <p:sldId id="281" r:id="rId10"/>
    <p:sldId id="282" r:id="rId11"/>
    <p:sldId id="283" r:id="rId12"/>
    <p:sldId id="284" r:id="rId13"/>
    <p:sldId id="285" r:id="rId14"/>
    <p:sldId id="276" r:id="rId15"/>
    <p:sldId id="270" r:id="rId16"/>
    <p:sldId id="278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3B54AF1-1929-468D-B83B-1A6CC1CC4014}">
          <p14:sldIdLst>
            <p14:sldId id="256"/>
            <p14:sldId id="257"/>
          </p14:sldIdLst>
        </p14:section>
        <p14:section name="ch02" id="{183771B2-5637-4FA6-AC98-3591E6F98168}">
          <p14:sldIdLst>
            <p14:sldId id="277"/>
            <p14:sldId id="279"/>
            <p14:sldId id="280"/>
            <p14:sldId id="281"/>
          </p14:sldIdLst>
        </p14:section>
        <p14:section name="ch03" id="{88CE00CF-A120-4584-A748-73913B9C58A6}">
          <p14:sldIdLst>
            <p14:sldId id="282"/>
            <p14:sldId id="283"/>
            <p14:sldId id="284"/>
            <p14:sldId id="285"/>
          </p14:sldIdLst>
        </p14:section>
        <p14:section name="covers" id="{E5823A51-8D0B-45F5-A8F0-5C43B5C81155}">
          <p14:sldIdLst>
            <p14:sldId id="276"/>
            <p14:sldId id="270"/>
            <p14:sldId id="27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41" autoAdjust="0"/>
  </p:normalViewPr>
  <p:slideViewPr>
    <p:cSldViewPr snapToGrid="0">
      <p:cViewPr varScale="1">
        <p:scale>
          <a:sx n="93" d="100"/>
          <a:sy n="93" d="100"/>
        </p:scale>
        <p:origin x="1188" y="45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8" d="100"/>
          <a:sy n="68" d="100"/>
        </p:scale>
        <p:origin x="3288" y="32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3d2" qsCatId="3D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 custT="1"/>
      <dgm:spPr/>
      <dgm:t>
        <a:bodyPr/>
        <a:lstStyle/>
        <a:p>
          <a:r>
            <a:rPr lang="en-US" sz="3200" b="1">
              <a:solidFill>
                <a:srgbClr val="00B050"/>
              </a:solidFill>
              <a:effectLst/>
            </a:rPr>
            <a:t>React Foundations</a:t>
          </a:r>
          <a:endParaRPr lang="en-US" sz="3200" b="1" dirty="0">
            <a:solidFill>
              <a:srgbClr val="00B050"/>
            </a:solidFill>
            <a:effectLst/>
          </a:endParaRPr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3F8A6D25-EC33-4E79-9F36-36771A974919}">
      <dgm:prSet phldrT="[Text]" phldr="0" custT="1"/>
      <dgm:spPr>
        <a:gradFill rotWithShape="0">
          <a:gsLst>
            <a:gs pos="0">
              <a:srgbClr val="ACD433">
                <a:hueOff val="0"/>
                <a:satOff val="0"/>
                <a:lumOff val="0"/>
                <a:alphaOff val="0"/>
                <a:tint val="98000"/>
                <a:lumMod val="114000"/>
              </a:srgbClr>
            </a:gs>
            <a:gs pos="100000">
              <a:srgbClr val="ACD433">
                <a:hueOff val="0"/>
                <a:satOff val="0"/>
                <a:lumOff val="0"/>
                <a:alphaOff val="0"/>
                <a:shade val="90000"/>
                <a:lumMod val="84000"/>
              </a:srgb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gm:spPr>
      <dgm:t>
        <a:bodyPr spcFirstLastPara="0" vert="horz" wrap="square" lIns="170688" tIns="85344" rIns="42672" bIns="85344" numCol="1" spcCol="1270" anchor="ctr" anchorCtr="0"/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  <a:latin typeface="Century Gothic" panose="020B0502020202020204"/>
              <a:ea typeface="+mn-ea"/>
              <a:cs typeface="+mn-cs"/>
            </a:rPr>
            <a:t>App Router</a:t>
          </a:r>
          <a:endParaRPr lang="en-US" sz="3200" b="1" kern="1200" dirty="0">
            <a:solidFill>
              <a:srgbClr val="00B050"/>
            </a:solidFill>
            <a:effectLst/>
            <a:latin typeface="Century Gothic" panose="020B0502020202020204"/>
            <a:ea typeface="+mn-ea"/>
            <a:cs typeface="+mn-cs"/>
          </a:endParaRPr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2A8D39A9-50C8-4D4F-B033-79DECE006E66}">
      <dgm:prSet phldrT="[Text]" phldr="0" custT="1"/>
      <dgm:spPr>
        <a:solidFill>
          <a:schemeClr val="tx1">
            <a:lumMod val="85000"/>
          </a:schemeClr>
        </a:solidFill>
      </dgm:spPr>
      <dgm:t>
        <a:bodyPr/>
        <a:lstStyle/>
        <a:p>
          <a:r>
            <a:rPr lang="en-US" sz="3200" b="1">
              <a:solidFill>
                <a:srgbClr val="00B050"/>
              </a:solidFill>
              <a:effectLst/>
            </a:rPr>
            <a:t>Pages Router</a:t>
          </a:r>
          <a:endParaRPr lang="en-US" sz="3200" b="1" dirty="0">
            <a:solidFill>
              <a:srgbClr val="00B050"/>
            </a:solidFill>
            <a:effectLst/>
          </a:endParaRPr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6D71B52B-3920-4F69-82CF-D2F6B276680D}">
      <dgm:prSet phldrT="[Text]" phldr="0" custT="1"/>
      <dgm:spPr>
        <a:solidFill>
          <a:schemeClr val="tx1">
            <a:lumMod val="85000"/>
          </a:schemeClr>
        </a:solidFill>
      </dgm:spPr>
      <dgm:t>
        <a:bodyPr/>
        <a:lstStyle/>
        <a:p>
          <a:r>
            <a:rPr lang="en-US" sz="3200" b="1" dirty="0">
              <a:solidFill>
                <a:srgbClr val="00B050"/>
              </a:solidFill>
              <a:effectLst/>
            </a:rPr>
            <a:t>SEO</a:t>
          </a:r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>
        <a:xfrm>
          <a:off x="2586569" y="431693"/>
          <a:ext cx="3229188" cy="1291675"/>
        </a:xfrm>
        <a:prstGeom prst="chevron">
          <a:avLst/>
        </a:prstGeom>
      </dgm:spPr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/>
      <dgm:spPr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/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/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/>
        </a:p>
      </dgm:t>
    </dgm:pt>
    <dgm:pt modelId="{3F8A6D25-EC33-4E79-9F36-36771A974919}">
      <dgm:prSet phldrT="[Text]" phldr="0" custT="1"/>
      <dgm:spPr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gm:spPr>
      <dgm:t>
        <a:bodyPr spcFirstLastPara="0" vert="horz" wrap="square" lIns="261366" tIns="130683" rIns="65342" bIns="130683" numCol="1" spcCol="1270" anchor="ctr" anchorCtr="0"/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/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/>
        </a:p>
      </dgm:t>
    </dgm:pt>
    <dgm:pt modelId="{2A8D39A9-50C8-4D4F-B033-79DECE006E66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/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/>
        </a:p>
      </dgm:t>
    </dgm:pt>
    <dgm:pt modelId="{6D71B52B-3920-4F69-82CF-D2F6B276680D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/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/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>
        <a:xfrm>
          <a:off x="1913731" y="226207"/>
          <a:ext cx="2389187" cy="955675"/>
        </a:xfrm>
        <a:prstGeom prst="chevron">
          <a:avLst/>
        </a:prstGeom>
      </dgm:spPr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/>
      <dgm:spPr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/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/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/>
        </a:p>
      </dgm:t>
    </dgm:pt>
    <dgm:pt modelId="{3F8A6D25-EC33-4E79-9F36-36771A974919}">
      <dgm:prSet phldrT="[Text]" phldr="0" custT="1"/>
      <dgm:spPr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gm:spPr>
      <dgm:t>
        <a:bodyPr spcFirstLastPara="0" vert="horz" wrap="square" lIns="261366" tIns="130683" rIns="65342" bIns="130683" numCol="1" spcCol="1270" anchor="ctr" anchorCtr="0"/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/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/>
        </a:p>
      </dgm:t>
    </dgm:pt>
    <dgm:pt modelId="{2A8D39A9-50C8-4D4F-B033-79DECE006E66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/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/>
        </a:p>
      </dgm:t>
    </dgm:pt>
    <dgm:pt modelId="{6D71B52B-3920-4F69-82CF-D2F6B276680D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/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/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>
        <a:xfrm>
          <a:off x="1913731" y="226207"/>
          <a:ext cx="2389187" cy="955675"/>
        </a:xfrm>
        <a:prstGeom prst="chevron">
          <a:avLst/>
        </a:prstGeom>
      </dgm:spPr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3218" y="431693"/>
          <a:ext cx="3229188" cy="1291675"/>
        </a:xfrm>
        <a:prstGeom prst="homePlat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0688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</a:rPr>
            <a:t>React Foundations</a:t>
          </a:r>
          <a:endParaRPr lang="en-US" sz="3200" b="1" kern="1200" dirty="0">
            <a:solidFill>
              <a:srgbClr val="00B050"/>
            </a:solidFill>
            <a:effectLst/>
          </a:endParaRPr>
        </a:p>
      </dsp:txBody>
      <dsp:txXfrm>
        <a:off x="3218" y="431693"/>
        <a:ext cx="2906269" cy="1291675"/>
      </dsp:txXfrm>
    </dsp:sp>
    <dsp:sp modelId="{927287C2-A3D7-40DA-9CC5-879018D16C6C}">
      <dsp:nvSpPr>
        <dsp:cNvPr id="0" name=""/>
        <dsp:cNvSpPr/>
      </dsp:nvSpPr>
      <dsp:spPr>
        <a:xfrm>
          <a:off x="2586569" y="431693"/>
          <a:ext cx="3229188" cy="1291675"/>
        </a:xfrm>
        <a:prstGeom prst="chevron">
          <a:avLst/>
        </a:prstGeom>
        <a:gradFill rotWithShape="0">
          <a:gsLst>
            <a:gs pos="0">
              <a:srgbClr val="ACD433">
                <a:hueOff val="0"/>
                <a:satOff val="0"/>
                <a:lumOff val="0"/>
                <a:alphaOff val="0"/>
                <a:tint val="98000"/>
                <a:lumMod val="114000"/>
              </a:srgbClr>
            </a:gs>
            <a:gs pos="100000">
              <a:srgbClr val="ACD433">
                <a:hueOff val="0"/>
                <a:satOff val="0"/>
                <a:lumOff val="0"/>
                <a:alphaOff val="0"/>
                <a:shade val="90000"/>
                <a:lumMod val="84000"/>
              </a:srgb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0688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  <a:latin typeface="Century Gothic" panose="020B0502020202020204"/>
              <a:ea typeface="+mn-ea"/>
              <a:cs typeface="+mn-cs"/>
            </a:rPr>
            <a:t>App Router</a:t>
          </a:r>
          <a:endParaRPr lang="en-US" sz="3200" b="1" kern="1200" dirty="0">
            <a:solidFill>
              <a:srgbClr val="00B050"/>
            </a:solidFill>
            <a:effectLst/>
            <a:latin typeface="Century Gothic" panose="020B0502020202020204"/>
            <a:ea typeface="+mn-ea"/>
            <a:cs typeface="+mn-cs"/>
          </a:endParaRPr>
        </a:p>
      </dsp:txBody>
      <dsp:txXfrm>
        <a:off x="3232407" y="431693"/>
        <a:ext cx="1937513" cy="1291675"/>
      </dsp:txXfrm>
    </dsp:sp>
    <dsp:sp modelId="{0FFC9F85-D342-4563-A0C2-89C6B83FD375}">
      <dsp:nvSpPr>
        <dsp:cNvPr id="0" name=""/>
        <dsp:cNvSpPr/>
      </dsp:nvSpPr>
      <dsp:spPr>
        <a:xfrm>
          <a:off x="5169919" y="431693"/>
          <a:ext cx="3229188" cy="1291675"/>
        </a:xfrm>
        <a:prstGeom prst="chevron">
          <a:avLst/>
        </a:prstGeom>
        <a:solidFill>
          <a:schemeClr val="tx1">
            <a:lumMod val="85000"/>
          </a:schemeClr>
        </a:soli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8016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</a:rPr>
            <a:t>Pages Router</a:t>
          </a:r>
          <a:endParaRPr lang="en-US" sz="3200" b="1" kern="1200" dirty="0">
            <a:solidFill>
              <a:srgbClr val="00B050"/>
            </a:solidFill>
            <a:effectLst/>
          </a:endParaRPr>
        </a:p>
      </dsp:txBody>
      <dsp:txXfrm>
        <a:off x="5815757" y="431693"/>
        <a:ext cx="1937513" cy="1291675"/>
      </dsp:txXfrm>
    </dsp:sp>
    <dsp:sp modelId="{903FC15E-8A12-4ACF-90BF-441209C11D87}">
      <dsp:nvSpPr>
        <dsp:cNvPr id="0" name=""/>
        <dsp:cNvSpPr/>
      </dsp:nvSpPr>
      <dsp:spPr>
        <a:xfrm>
          <a:off x="7753270" y="431693"/>
          <a:ext cx="3229188" cy="1291675"/>
        </a:xfrm>
        <a:prstGeom prst="chevron">
          <a:avLst/>
        </a:prstGeom>
        <a:solidFill>
          <a:schemeClr val="tx1">
            <a:lumMod val="85000"/>
          </a:schemeClr>
        </a:soli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8016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>
              <a:solidFill>
                <a:srgbClr val="00B050"/>
              </a:solidFill>
              <a:effectLst/>
            </a:rPr>
            <a:t>SEO</a:t>
          </a:r>
        </a:p>
      </dsp:txBody>
      <dsp:txXfrm>
        <a:off x="8399108" y="431693"/>
        <a:ext cx="1937513" cy="129167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2381" y="226207"/>
          <a:ext cx="2389187" cy="955675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/>
        </a:p>
      </dsp:txBody>
      <dsp:txXfrm>
        <a:off x="2381" y="226207"/>
        <a:ext cx="2150268" cy="955675"/>
      </dsp:txXfrm>
    </dsp:sp>
    <dsp:sp modelId="{927287C2-A3D7-40DA-9CC5-879018D16C6C}">
      <dsp:nvSpPr>
        <dsp:cNvPr id="0" name=""/>
        <dsp:cNvSpPr/>
      </dsp:nvSpPr>
      <dsp:spPr>
        <a:xfrm>
          <a:off x="1913731" y="226207"/>
          <a:ext cx="2389187" cy="955675"/>
        </a:xfrm>
        <a:prstGeom prst="chevron">
          <a:avLst/>
        </a:prstGeom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sp:txBody>
      <dsp:txXfrm>
        <a:off x="2391569" y="226207"/>
        <a:ext cx="1433512" cy="955675"/>
      </dsp:txXfrm>
    </dsp:sp>
    <dsp:sp modelId="{0FFC9F85-D342-4563-A0C2-89C6B83FD375}">
      <dsp:nvSpPr>
        <dsp:cNvPr id="0" name=""/>
        <dsp:cNvSpPr/>
      </dsp:nvSpPr>
      <dsp:spPr>
        <a:xfrm>
          <a:off x="382508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4302919" y="226207"/>
        <a:ext cx="1433512" cy="955675"/>
      </dsp:txXfrm>
    </dsp:sp>
    <dsp:sp modelId="{903FC15E-8A12-4ACF-90BF-441209C11D87}">
      <dsp:nvSpPr>
        <dsp:cNvPr id="0" name=""/>
        <dsp:cNvSpPr/>
      </dsp:nvSpPr>
      <dsp:spPr>
        <a:xfrm>
          <a:off x="573643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6214269" y="226207"/>
        <a:ext cx="1433512" cy="95567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2381" y="226207"/>
          <a:ext cx="2389187" cy="955675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/>
        </a:p>
      </dsp:txBody>
      <dsp:txXfrm>
        <a:off x="2381" y="226207"/>
        <a:ext cx="2150268" cy="955675"/>
      </dsp:txXfrm>
    </dsp:sp>
    <dsp:sp modelId="{927287C2-A3D7-40DA-9CC5-879018D16C6C}">
      <dsp:nvSpPr>
        <dsp:cNvPr id="0" name=""/>
        <dsp:cNvSpPr/>
      </dsp:nvSpPr>
      <dsp:spPr>
        <a:xfrm>
          <a:off x="1913731" y="226207"/>
          <a:ext cx="2389187" cy="955675"/>
        </a:xfrm>
        <a:prstGeom prst="chevron">
          <a:avLst/>
        </a:prstGeom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sp:txBody>
      <dsp:txXfrm>
        <a:off x="2391569" y="226207"/>
        <a:ext cx="1433512" cy="955675"/>
      </dsp:txXfrm>
    </dsp:sp>
    <dsp:sp modelId="{0FFC9F85-D342-4563-A0C2-89C6B83FD375}">
      <dsp:nvSpPr>
        <dsp:cNvPr id="0" name=""/>
        <dsp:cNvSpPr/>
      </dsp:nvSpPr>
      <dsp:spPr>
        <a:xfrm>
          <a:off x="382508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4302919" y="226207"/>
        <a:ext cx="1433512" cy="955675"/>
      </dsp:txXfrm>
    </dsp:sp>
    <dsp:sp modelId="{903FC15E-8A12-4ACF-90BF-441209C11D87}">
      <dsp:nvSpPr>
        <dsp:cNvPr id="0" name=""/>
        <dsp:cNvSpPr/>
      </dsp:nvSpPr>
      <dsp:spPr>
        <a:xfrm>
          <a:off x="573643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6214269" y="226207"/>
        <a:ext cx="1433512" cy="95567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2">
  <dgm:title val=""/>
  <dgm:desc val=""/>
  <dgm:catLst>
    <dgm:cat type="3D" pri="11200"/>
  </dgm:catLst>
  <dgm:scene3d>
    <a:camera prst="orthographicFront"/>
    <a:lightRig rig="threePt" dir="t"/>
  </dgm:scene3d>
  <dgm:styleLbl name="node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ng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>
        <a:rot lat="0" lon="0" rev="7500000"/>
      </a:lightRig>
    </dgm:scene3d>
    <dgm:sp3d z="254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>
        <a:rot lat="0" lon="0" rev="7500000"/>
      </a:lightRig>
    </dgm:scene3d>
    <dgm:sp3d z="-1524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>
        <a:rot lat="0" lon="0" rev="7500000"/>
      </a:lightRig>
    </dgm:scene3d>
    <dgm:sp3d z="-700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>
        <a:rot lat="0" lon="0" rev="7500000"/>
      </a:lightRig>
    </dgm:scene3d>
    <dgm:sp3d z="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>
        <a:rot lat="0" lon="0" rev="7500000"/>
      </a:lightRig>
    </dgm:scene3d>
    <dgm:sp3d z="-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>
        <a:rot lat="0" lon="0" rev="7500000"/>
      </a:lightRig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>
        <a:rot lat="0" lon="0" rev="7500000"/>
      </a:lightRig>
    </dgm:scene3d>
    <dgm:sp3d extrusionH="190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>
        <a:rot lat="0" lon="0" rev="7500000"/>
      </a:lightRig>
    </dgm:scene3d>
    <dgm:sp3d prstMaterial="plastic">
      <a:bevelT w="127000" h="3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2445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0800" h="190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bevelB w="120650" h="571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>
        <a:rot lat="0" lon="0" rev="7500000"/>
      </a:lightRig>
    </dgm:scene3d>
    <dgm:sp3d z="-152400" extrusionH="63500" prstMaterial="matte">
      <a:bevelT w="144450" h="6350" prst="relaxedInset"/>
      <a:contourClr>
        <a:schemeClr val="bg1"/>
      </a:contourClr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  <a:bevelB w="88900" h="121750" prst="angle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703FB87-790C-4850-A90C-12C5FF4B94D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127921-F9C4-44F3-AC5F-130B6A406C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E59275-AFE1-4999-B78A-D0D76B9F2B0B}" type="datetimeFigureOut">
              <a:rPr lang="en-US" smtClean="0"/>
              <a:t>1/24/2026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65E047-F1CB-4066-A459-9EDC95F2E61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A77EF5-5277-4BAF-8BB4-2E02103988E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668C69-0C3E-40A2-B4A0-B2C8B71D8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5862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EADD7A-FE61-48EE-BE0E-8546E5401374}" type="datetimeFigureOut">
              <a:rPr lang="en-US" smtClean="0"/>
              <a:t>1/24/2026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000EEB-8338-48D7-8EE8-EE0082EF76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7770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3382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18CC6-7D3F-C82D-08BB-257E17262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A572F4-45F4-4F0C-A907-F66F9F45F3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432C0F-3BC8-A2C4-923F-21A40D4B86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36777F-EDBD-F861-6C41-FA5068984C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21105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4FF35-9CC1-662F-C04B-06BB8FB9B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ED8448-A4E1-7CD9-3902-0B9A90D73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C24DDA-3136-DAF9-BE11-BD505F7ADE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128D75-8D16-2FB4-3901-EE3D079BAA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88885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448BF3-7D55-946D-2A38-6FA62022A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D80E88-DA87-84B0-427A-52DF4360B3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5F4067-426D-9A2F-3106-E19C968F05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050E66-3458-C586-C359-A1BB8D0866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69521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E0E6B-5336-9EE4-FD58-79070128F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802AAC-169C-67F7-F3B5-82E749D931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5B978D-1809-DB72-3387-43F038176E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D94F55-A3B3-A2D5-68D9-7E2A15D862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16900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FD386A-5926-5EC1-FFCA-98C8843C7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5D1AFB-06B3-DB71-7E5F-B1AB111CFE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42ACEE-C7E0-67AE-EE2D-ABDC604D48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86565A-7C7D-4162-BE31-CBE1309BF3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7866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80849E-B1BA-0107-D5B3-6DF7B48269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7F3647-769E-3071-C083-2E350E7ACD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6CCD18-911A-21E0-D56A-0E60ABA5D8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BF6288-23A1-27B7-436D-538348C961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836562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A3A7EE-D0A6-BD4F-410D-737FD78B1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E291A0-879E-C87D-A7B2-194A340B63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055FF7-E698-EC62-7490-BE85F3BD88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2195AF-9DE0-0859-7026-F2A97C8561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49474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963F9-5CF1-3D74-54E5-471012AEC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9D74FA-6716-2430-F6BC-D8B739EC11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D10324-A241-A048-CE1C-FCD0A91AA9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D3ABF4-42BF-DA2B-CF6A-DEFC72070D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982087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0ECECB-EE5E-4C5E-356C-93412FB7AD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A8C4EB-7779-3CBA-6245-05724FB099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E3C1DD-B6F8-96AF-D2FC-0D7A8C9B7B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C4713C-0503-5D9A-F798-717059840C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703298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AC7126-4785-6F23-806A-94F4FA0E0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A150D2-105A-2F82-0ECB-F19BD7BEA0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8D1BEE-D27E-E195-D315-77C949C297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139FE7-EB62-CD28-CCC1-F88018C368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595072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F58EE-9F16-565C-5074-55CD7D9CF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84ED33-2BA9-6CC1-6F71-B1599E260B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F23E64-76D7-AACB-7684-CF099B8CE3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5A1AE1-5887-CCE4-C29A-7D23699182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685560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2FA0D-0222-ECB5-4EEC-A6F98D922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E3CA61-C078-B0F9-5D5C-538F58DF34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328CB7-DB05-40F8-BAD4-4098275D7A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F40C18-A1F7-9F81-2FAD-19698786A1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12187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1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1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1.xml"/><Relationship Id="rId5" Type="http://schemas.openxmlformats.org/officeDocument/2006/relationships/diagramData" Target="../diagrams/data1.xml"/><Relationship Id="rId4" Type="http://schemas.openxmlformats.org/officeDocument/2006/relationships/image" Target="../media/image21.png"/><Relationship Id="rId9" Type="http://schemas.microsoft.com/office/2007/relationships/diagramDrawing" Target="../diagrams/drawing1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2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2.xml"/><Relationship Id="rId12" Type="http://schemas.openxmlformats.org/officeDocument/2006/relationships/image" Target="../media/image2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2.xml"/><Relationship Id="rId11" Type="http://schemas.openxmlformats.org/officeDocument/2006/relationships/image" Target="../media/image21.png"/><Relationship Id="rId5" Type="http://schemas.openxmlformats.org/officeDocument/2006/relationships/diagramData" Target="../diagrams/data2.xml"/><Relationship Id="rId10" Type="http://schemas.openxmlformats.org/officeDocument/2006/relationships/image" Target="../media/image23.png"/><Relationship Id="rId4" Type="http://schemas.openxmlformats.org/officeDocument/2006/relationships/image" Target="../media/image22.png"/><Relationship Id="rId9" Type="http://schemas.microsoft.com/office/2007/relationships/diagramDrawing" Target="../diagrams/drawing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3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3.xml"/><Relationship Id="rId12" Type="http://schemas.openxmlformats.org/officeDocument/2006/relationships/image" Target="../media/image2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3.xml"/><Relationship Id="rId11" Type="http://schemas.openxmlformats.org/officeDocument/2006/relationships/image" Target="../media/image21.png"/><Relationship Id="rId5" Type="http://schemas.openxmlformats.org/officeDocument/2006/relationships/diagramData" Target="../diagrams/data3.xml"/><Relationship Id="rId10" Type="http://schemas.openxmlformats.org/officeDocument/2006/relationships/image" Target="../media/image23.png"/><Relationship Id="rId4" Type="http://schemas.openxmlformats.org/officeDocument/2006/relationships/image" Target="../media/image22.png"/><Relationship Id="rId9" Type="http://schemas.microsoft.com/office/2007/relationships/diagramDrawing" Target="../diagrams/drawing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511EBC-2F3C-446D-867B-7DC328517A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D30D32A-359B-41BB-9746-2CF3A21EEF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95393" y="1113088"/>
            <a:ext cx="5288198" cy="1188323"/>
          </a:xfrm>
        </p:spPr>
        <p:txBody>
          <a:bodyPr>
            <a:normAutofit fontScale="90000"/>
          </a:bodyPr>
          <a:lstStyle/>
          <a:p>
            <a:r>
              <a:rPr lang="en-US" dirty="0"/>
              <a:t>App Router</a:t>
            </a:r>
            <a:endParaRPr lang="ru-RU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F8E6312D-DAFA-5438-244C-D84A0E6006DA}"/>
              </a:ext>
            </a:extLst>
          </p:cNvPr>
          <p:cNvSpPr txBox="1">
            <a:spLocks/>
          </p:cNvSpPr>
          <p:nvPr/>
        </p:nvSpPr>
        <p:spPr>
          <a:xfrm>
            <a:off x="4843373" y="90652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3740D6-86B0-C516-4D1C-E527FA274B72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40E94F8-4D19-7F67-011A-1A37910CA6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3F1AE07-B321-49AB-46AC-71134238D7D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560889"/>
            <a:ext cx="8134753" cy="36282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B4CA222A-88BC-48F4-9AE8-2115B7D1E6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16859" y="2042508"/>
            <a:ext cx="4897822" cy="1266497"/>
          </a:xfrm>
        </p:spPr>
        <p:txBody>
          <a:bodyPr anchor="ctr">
            <a:normAutofit/>
          </a:bodyPr>
          <a:lstStyle/>
          <a:p>
            <a:pPr algn="ctr"/>
            <a:r>
              <a:rPr lang="en-US" sz="4400" b="1" dirty="0"/>
              <a:t>Introduction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883A79B-4136-7356-9D20-63869C09FFE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78948" y="5619964"/>
            <a:ext cx="2150828" cy="988692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36195" dist="12700" dir="11400000" algn="tl" rotWithShape="0">
              <a:srgbClr val="000000">
                <a:alpha val="33000"/>
              </a:srgbClr>
            </a:outerShdw>
          </a:effectLst>
          <a:scene3d>
            <a:camera prst="perspectiveContrastingLeftFacing">
              <a:rot lat="540000" lon="2100000" rev="0"/>
            </a:camera>
            <a:lightRig rig="soft" dir="t"/>
          </a:scene3d>
          <a:sp3d contourW="12700" prstMaterial="matte">
            <a:bevelT w="63500" h="5080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1930009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A1C15-014E-A0FF-65BC-6C140972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9A59AD99-950D-555E-A1FF-F48A1223D75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C4B6EF80-44AE-CBB6-E106-B68D5FEC15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65159" y="1398922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1. Getting Started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6EE4F4E5-6CA5-F3AC-A077-FBB6AC88A6CD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1C0B91F-5EDF-4DD4-3D99-59EDEEB7CE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E00445A-227F-602E-C4EC-989B5130E4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FBA322D-1392-BB78-1864-C41469BC59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1986" y="30293"/>
            <a:ext cx="4741596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DB10A20-E426-E955-9570-E22A7E2EE9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6031" y="2090603"/>
            <a:ext cx="8897420" cy="44139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539707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888C70-013E-E4B0-35AC-B37FDF9555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303AF50B-B741-6B45-E1EA-64FFED3E284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1614207A-E840-8E82-6644-D8AECCEA0E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65159" y="1232245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2. CSS Styling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4821D0EE-231E-E66E-3862-EEA8A7AB3567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9340BB6-8185-95AC-92A3-8179751E98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C7B7C93-BCED-F10C-E31D-56BDA97286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1986" y="30293"/>
            <a:ext cx="4741596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9F8B7B5-A8A7-DB73-DCAB-0B3D45EC4F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704D4BF-320A-8C89-7582-602EC2A8D83E}"/>
              </a:ext>
            </a:extLst>
          </p:cNvPr>
          <p:cNvSpPr txBox="1">
            <a:spLocks/>
          </p:cNvSpPr>
          <p:nvPr/>
        </p:nvSpPr>
        <p:spPr>
          <a:xfrm>
            <a:off x="5065158" y="1867230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2.1 Globel Styles</a:t>
            </a:r>
            <a:endParaRPr lang="en-US" sz="3600" b="1" cap="none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7FDF704-36C0-034F-B653-38B926449E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9451" y="2085204"/>
            <a:ext cx="8791735" cy="446970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4250940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2D7F5D-112C-A5D1-4AD7-A119240CE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39791686-926D-C9D9-D280-2FAD6B8DC2A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2339533F-7929-2E03-C687-75058A5A71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65159" y="1232245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2. CSS Styling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0CB51FE9-5463-78B5-81E6-CC41835F64C0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F09F5D7-4772-9A1C-9DCE-03FC8BB033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1C5E21B-63AB-6CD6-6259-426E0B6F76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1986" y="30293"/>
            <a:ext cx="4741596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97958C-F8F5-D599-5614-7A4CCCBC4D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70CBA3DF-866B-94F6-94C3-B4899C4BD690}"/>
              </a:ext>
            </a:extLst>
          </p:cNvPr>
          <p:cNvSpPr txBox="1">
            <a:spLocks/>
          </p:cNvSpPr>
          <p:nvPr/>
        </p:nvSpPr>
        <p:spPr>
          <a:xfrm>
            <a:off x="5065158" y="1867230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2.2 Tailwind CSS</a:t>
            </a:r>
            <a:endParaRPr lang="en-US" sz="3600" b="1" cap="none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ABEB108-3635-0B85-682B-641562CA8D2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054" y="2020660"/>
            <a:ext cx="9256084" cy="456507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3BA96C6-3A2F-5C16-E2F8-A194220F5F6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48339" y="2473419"/>
            <a:ext cx="2923705" cy="78841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0334917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94EE4C-2170-01C1-B0EF-CEFB195EC3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chain links">
            <a:extLst>
              <a:ext uri="{FF2B5EF4-FFF2-40B4-BE49-F238E27FC236}">
                <a16:creationId xmlns:a16="http://schemas.microsoft.com/office/drawing/2014/main" id="{E69F5743-F0DD-69FE-6008-A2C6A5299AB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3993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9F849B3F-308D-D020-EDD5-597BEB6225A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CB7D1C94-555F-5A47-9C2B-C1B1E07075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65159" y="1232245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2. CSS Styling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F638F180-1322-0B14-CBDF-3725E3FC736E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ED7E093-F018-EC0E-CF9A-52532814AC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A2D1822-ECD5-4B69-3B2A-043016FA3D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1986" y="30293"/>
            <a:ext cx="4741596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4BA5DE6-DB4B-8D2E-9615-8F523BC77E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EFD86A6-46B5-8A26-873E-5688A5AD3D94}"/>
              </a:ext>
            </a:extLst>
          </p:cNvPr>
          <p:cNvSpPr txBox="1">
            <a:spLocks/>
          </p:cNvSpPr>
          <p:nvPr/>
        </p:nvSpPr>
        <p:spPr>
          <a:xfrm>
            <a:off x="5065158" y="1867230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2.3 CSS Modules</a:t>
            </a:r>
            <a:endParaRPr lang="en-US" sz="3600" b="1" cap="none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28593E3-1C77-6CE6-348F-403C997BEB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006" y="1931775"/>
            <a:ext cx="9165363" cy="459305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6343320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3F61A-45D3-F2AB-1EE1-0E94A4A22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4D3A9E-51D4-C202-0196-70EEA9ED8CD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DE45AB62-977F-75BA-7E04-2DBFA36AD2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96392" y="1083848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2. CSS Styling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AF86997A-6C24-593A-4601-1BB6353F0D4F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7DF2B5B-E63F-6C61-F8B6-8AC0966A38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DCDCE82-856C-FF31-33BE-8D0576C341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77793B7-E623-C853-EBCB-0D6028B2A2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22BF4C81-9674-00DA-56EF-27988CAC0559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2.4 “clsx”</a:t>
            </a:r>
            <a:r>
              <a:rPr lang="zh-CN" altLang="en-US" sz="3600" b="1" cap="none" dirty="0"/>
              <a:t> </a:t>
            </a:r>
            <a:r>
              <a:rPr lang="en-US" altLang="zh-CN" sz="3600" b="1" cap="none" dirty="0"/>
              <a:t>library 2.5 Others</a:t>
            </a:r>
            <a:endParaRPr lang="en-US" sz="3600" b="1" cap="none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9F4D782-CED4-BE94-48A9-8251E1B143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85495" y="1851820"/>
            <a:ext cx="9090839" cy="468254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52666FD-A2EE-9D7E-5D14-ECFA46F3E1F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0721" y="3707543"/>
            <a:ext cx="3248478" cy="2534004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1276129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86C92-9EBD-C300-8FD5-949FA8E81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411FE77B-A764-78AA-906F-FFC3D9AFEC0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783CB31-4982-8D63-C564-2F422D1FDDD5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F12CCF5-7FF0-BD53-175A-523D6048CF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48D9D8A-5C91-E7D1-1B23-551071FA4F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F4E9844-12AB-8CB5-9F96-B5C0AE5D4B2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34A54A58-AD33-37A6-E3AA-540D94417F54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3.1/3.2 Adding Primary Font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2D7F02-6AC2-D46E-2A29-BBE7646FB3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77730" y="1083848"/>
            <a:ext cx="8714250" cy="788415"/>
          </a:xfrm>
        </p:spPr>
        <p:txBody>
          <a:bodyPr anchor="ctr">
            <a:normAutofit fontScale="77500" lnSpcReduction="20000"/>
          </a:bodyPr>
          <a:lstStyle/>
          <a:p>
            <a:r>
              <a:rPr lang="en-US" altLang="zh-CN" sz="4800" b="1" dirty="0"/>
              <a:t>3. Optimizing Fonts and Images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C41E53D-752A-3477-B398-8AC662596C7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9810" y="1910791"/>
            <a:ext cx="9612066" cy="457263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23610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588546-FEA0-DF40-02DF-D83C78296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C81E030E-5182-A799-10FA-D6149B92936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E29FF69-C4CC-CBA5-5F6F-81B89ADDE424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D8D8836-8156-6270-33C7-40A7AF26AA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17110EB-482E-9AF8-9A23-3350E59750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A5C3AA4-EC50-5D2A-6A2E-8B48782456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803D183-B3D1-CFED-DBAE-474CA2DB69E6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3.3 Practice: Add a 2</a:t>
            </a:r>
            <a:r>
              <a:rPr lang="en-US" altLang="zh-CN" sz="3600" b="1" cap="none" baseline="30000" dirty="0"/>
              <a:t>nd</a:t>
            </a:r>
            <a:r>
              <a:rPr lang="en-US" altLang="zh-CN" sz="3600" b="1" cap="none" dirty="0"/>
              <a:t> Font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6C72506-FA98-05E1-A96A-7FBEE23CC5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77730" y="1083848"/>
            <a:ext cx="8714250" cy="788415"/>
          </a:xfrm>
        </p:spPr>
        <p:txBody>
          <a:bodyPr anchor="ctr">
            <a:normAutofit fontScale="77500" lnSpcReduction="20000"/>
          </a:bodyPr>
          <a:lstStyle/>
          <a:p>
            <a:r>
              <a:rPr lang="en-US" altLang="zh-CN" sz="4800" b="1" dirty="0"/>
              <a:t>3. Optimizing Fonts and Images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49A17F3-2188-8932-A1A5-6501F6E8FA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4688" y="1872263"/>
            <a:ext cx="9573961" cy="463932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0393947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98BBA-4038-EC9D-1015-19C87D993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6F8DE56-FCDD-4885-7530-68BC209E57C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412BB59-55C0-38DA-9118-9ED7237AB772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BD9991E-411A-F085-B7EA-1FE5BC8B64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9459314-3B91-E14D-2E74-D4C63112DE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C5A144-532D-AF44-A250-2C00D00412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8E28ED86-1549-D993-EA74-C112DC505716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8052454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3.4/3.5/3.6 Adding Desktop Hero Image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8EFDAE-308A-71EB-35AB-0AA40B409E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77730" y="1083848"/>
            <a:ext cx="8714250" cy="788415"/>
          </a:xfrm>
        </p:spPr>
        <p:txBody>
          <a:bodyPr anchor="ctr">
            <a:normAutofit fontScale="77500" lnSpcReduction="20000"/>
          </a:bodyPr>
          <a:lstStyle/>
          <a:p>
            <a:r>
              <a:rPr lang="en-US" altLang="zh-CN" sz="4800" b="1" dirty="0"/>
              <a:t>3. Optimizing Fonts and Images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72BA5F2-3F86-E89F-C7B4-62B24D8EFC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823" y="1959518"/>
            <a:ext cx="9497750" cy="453453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3881044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BFFB8B-A01D-2B21-B036-993014878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14A6BC9F-BBFE-5A2A-2691-8F713E8AAA4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10446DE6-87A8-013A-6F62-C7D267F5BEAE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09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EBF8C84-D63E-1A93-790B-077DD275A7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79AED1C-53D6-1E5B-A696-9C19625E73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0907DF-088E-B9CE-D75D-5AE009009F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061627EC-4510-D6C8-0252-D04E489C6E34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3.7 Practice: Add Mobile Hero Image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72061F-E14B-F860-FF78-2E3EA5998D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77730" y="1083848"/>
            <a:ext cx="8714250" cy="788415"/>
          </a:xfrm>
        </p:spPr>
        <p:txBody>
          <a:bodyPr anchor="ctr">
            <a:normAutofit fontScale="77500" lnSpcReduction="20000"/>
          </a:bodyPr>
          <a:lstStyle/>
          <a:p>
            <a:r>
              <a:rPr lang="en-US" altLang="zh-CN" sz="4800" b="1" dirty="0"/>
              <a:t>3. Optimizing Fonts and Images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36836AE-DB6E-0CAD-C956-6E550D93C3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9810" y="1872263"/>
            <a:ext cx="9612066" cy="468695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9020969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C0224E-FBBF-DCF2-BCE0-F89D770B9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DD2F1915-0578-BFD3-9A84-EC539FE67EA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1" name="Picture 10" descr="A white circle with a blue circle with a blue circle with a blue circle with a white circle with a blue circle with a blue circle with a white circle with a blue circle with a blue circle&#10;&#10;AI-generated content may be incorrect.">
            <a:extLst>
              <a:ext uri="{FF2B5EF4-FFF2-40B4-BE49-F238E27FC236}">
                <a16:creationId xmlns:a16="http://schemas.microsoft.com/office/drawing/2014/main" id="{0F598311-938F-38BB-7988-5E42EF16CB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1894" y="1055718"/>
            <a:ext cx="5675290" cy="342446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3C9C9B5-0B44-AD56-606E-CF46AAE426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7749" y="20595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altLang="zh-CN" sz="6000" b="1" dirty="0"/>
              <a:t>Learn Next.js</a:t>
            </a:r>
            <a:endParaRPr lang="ru-RU" sz="6000" b="1" dirty="0"/>
          </a:p>
        </p:txBody>
      </p:sp>
      <p:graphicFrame>
        <p:nvGraphicFramePr>
          <p:cNvPr id="12" name="Diagram 11">
            <a:extLst>
              <a:ext uri="{FF2B5EF4-FFF2-40B4-BE49-F238E27FC236}">
                <a16:creationId xmlns:a16="http://schemas.microsoft.com/office/drawing/2014/main" id="{0BA4EC0A-CB15-D8BB-A5A0-B712501C96D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0498904"/>
              </p:ext>
            </p:extLst>
          </p:nvPr>
        </p:nvGraphicFramePr>
        <p:xfrm>
          <a:off x="652530" y="4211392"/>
          <a:ext cx="10985677" cy="21550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</p:spTree>
    <p:extLst>
      <p:ext uri="{BB962C8B-B14F-4D97-AF65-F5344CB8AC3E}">
        <p14:creationId xmlns:p14="http://schemas.microsoft.com/office/powerpoint/2010/main" val="33036992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165AF-FB62-51DB-6D92-389FDFF88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50C3019B-9A59-E401-0A90-6F64498924F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4" name="Picture 13" descr="A group of cubes with a symbol and a blue light&#10;&#10;AI-generated content may be incorrect.">
            <a:extLst>
              <a:ext uri="{FF2B5EF4-FFF2-40B4-BE49-F238E27FC236}">
                <a16:creationId xmlns:a16="http://schemas.microsoft.com/office/drawing/2014/main" id="{9EA4EC37-781B-0F3A-7A2C-3F764A65F3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928" y="0"/>
            <a:ext cx="10660144" cy="6858000"/>
          </a:xfrm>
          <a:prstGeom prst="rect">
            <a:avLst/>
          </a:prstGeom>
        </p:spPr>
      </p:pic>
      <p:graphicFrame>
        <p:nvGraphicFramePr>
          <p:cNvPr id="17" name="Diagram 16">
            <a:extLst>
              <a:ext uri="{FF2B5EF4-FFF2-40B4-BE49-F238E27FC236}">
                <a16:creationId xmlns:a16="http://schemas.microsoft.com/office/drawing/2014/main" id="{250F498F-D597-91DE-4C9A-E03DE2BFD6D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57824325"/>
              </p:ext>
            </p:extLst>
          </p:nvPr>
        </p:nvGraphicFramePr>
        <p:xfrm>
          <a:off x="2220891" y="4632111"/>
          <a:ext cx="8128000" cy="14080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19" name="Picture 18" descr="A blue circle with a black background&#10;&#10;AI-generated content may be incorrect.">
            <a:extLst>
              <a:ext uri="{FF2B5EF4-FFF2-40B4-BE49-F238E27FC236}">
                <a16:creationId xmlns:a16="http://schemas.microsoft.com/office/drawing/2014/main" id="{A6B6E7A8-3E48-E4C9-3A9A-A0EFB6D831C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69171" y="4926207"/>
            <a:ext cx="858165" cy="776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3" name="Picture 2" descr="A white circle with a blue circle with a blue circle with a blue circle with a white circle with a blue circle with a blue circle with a white circle with a blue circle with a blue circle&#10;&#10;AI-generated content may be incorrect.">
            <a:extLst>
              <a:ext uri="{FF2B5EF4-FFF2-40B4-BE49-F238E27FC236}">
                <a16:creationId xmlns:a16="http://schemas.microsoft.com/office/drawing/2014/main" id="{BDF53D22-B47B-92BE-1E15-906174A828D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27177" y="270455"/>
            <a:ext cx="6915427" cy="417276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5D4FAAA-F8C4-0193-DCAB-40D38265758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24558" y="4863350"/>
            <a:ext cx="981212" cy="80021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8952309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26B810-4562-CF05-B49F-67ABC0BABE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EF47FAB-57E5-5509-2F6F-13A5EFC047C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4" name="Picture 13" descr="A group of cubes with a symbol and a blue light&#10;&#10;AI-generated content may be incorrect.">
            <a:extLst>
              <a:ext uri="{FF2B5EF4-FFF2-40B4-BE49-F238E27FC236}">
                <a16:creationId xmlns:a16="http://schemas.microsoft.com/office/drawing/2014/main" id="{4264879D-64EC-50FB-0155-E6162B4873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928" y="0"/>
            <a:ext cx="10660144" cy="6858000"/>
          </a:xfrm>
          <a:prstGeom prst="rect">
            <a:avLst/>
          </a:prstGeom>
        </p:spPr>
      </p:pic>
      <p:graphicFrame>
        <p:nvGraphicFramePr>
          <p:cNvPr id="17" name="Diagram 16">
            <a:extLst>
              <a:ext uri="{FF2B5EF4-FFF2-40B4-BE49-F238E27FC236}">
                <a16:creationId xmlns:a16="http://schemas.microsoft.com/office/drawing/2014/main" id="{0A1C6F39-AB7F-24BB-C13F-038A22768E44}"/>
              </a:ext>
            </a:extLst>
          </p:cNvPr>
          <p:cNvGraphicFramePr/>
          <p:nvPr/>
        </p:nvGraphicFramePr>
        <p:xfrm>
          <a:off x="2220891" y="4632111"/>
          <a:ext cx="8128000" cy="14080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19" name="Picture 18" descr="A blue circle with a black background&#10;&#10;AI-generated content may be incorrect.">
            <a:extLst>
              <a:ext uri="{FF2B5EF4-FFF2-40B4-BE49-F238E27FC236}">
                <a16:creationId xmlns:a16="http://schemas.microsoft.com/office/drawing/2014/main" id="{B3D76C5A-794C-B75A-F7F6-D467E2DE1E7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69171" y="4926207"/>
            <a:ext cx="858165" cy="776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3" name="Picture 2" descr="A white circle with a blue circle with a blue circle with a blue circle with a white circle with a blue circle with a blue circle with a white circle with a blue circle with a blue circle&#10;&#10;AI-generated content may be incorrect.">
            <a:extLst>
              <a:ext uri="{FF2B5EF4-FFF2-40B4-BE49-F238E27FC236}">
                <a16:creationId xmlns:a16="http://schemas.microsoft.com/office/drawing/2014/main" id="{43EA67BE-A6E0-F223-488F-A69FA8DA51D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27177" y="270455"/>
            <a:ext cx="6915427" cy="417276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8488C7E-C6CD-C64C-01FB-EB48AD55399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928061" y="4926207"/>
            <a:ext cx="778462" cy="776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15030876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78884036_DIGITAL ION DESIGN_SL_V1.pptx" id="{AD58A1CE-E9E9-4C2E-83A0-65FD4522F93A}" vid="{1E9553B9-AA04-4A15-9836-1E066825781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93813dd7ca6ad654711aa0ab317e03a3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f11dc0ce689dd3925e84e4e35398c6e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0D16958A-754B-4396-9457-FD7A427A37D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C30393A-FEC6-4A44-9E4A-6EA49F1F7DC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48C88F1-1664-415F-AFCE-F6CF45809817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Digital design</Template>
  <TotalTime>4682</TotalTime>
  <Words>142</Words>
  <Application>Microsoft Office PowerPoint</Application>
  <PresentationFormat>Widescreen</PresentationFormat>
  <Paragraphs>57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Calibri</vt:lpstr>
      <vt:lpstr>Century Gothic</vt:lpstr>
      <vt:lpstr>Wingdings 3</vt:lpstr>
      <vt:lpstr>Ion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Learn Next.js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41</cp:revision>
  <dcterms:created xsi:type="dcterms:W3CDTF">2026-01-17T04:16:23Z</dcterms:created>
  <dcterms:modified xsi:type="dcterms:W3CDTF">2026-01-25T03:05:01Z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SIP_Label_19540963-e559-4020-8a90-fe8a502c2801_Enabled">
    <vt:lpwstr>true</vt:lpwstr>
  </property>
  <property fmtid="{D5CDD505-2E9C-101B-9397-08002B2CF9AE}" pid="4" name="MSIP_Label_19540963-e559-4020-8a90-fe8a502c2801_SetDate">
    <vt:lpwstr>2026-01-17T04:52:16Z</vt:lpwstr>
  </property>
  <property fmtid="{D5CDD505-2E9C-101B-9397-08002B2CF9AE}" pid="5" name="MSIP_Label_19540963-e559-4020-8a90-fe8a502c2801_Method">
    <vt:lpwstr>Standard</vt:lpwstr>
  </property>
  <property fmtid="{D5CDD505-2E9C-101B-9397-08002B2CF9AE}" pid="6" name="MSIP_Label_19540963-e559-4020-8a90-fe8a502c2801_Name">
    <vt:lpwstr>19540963-e559-4020-8a90-fe8a502c2801</vt:lpwstr>
  </property>
  <property fmtid="{D5CDD505-2E9C-101B-9397-08002B2CF9AE}" pid="7" name="MSIP_Label_19540963-e559-4020-8a90-fe8a502c2801_SiteId">
    <vt:lpwstr>f25493ae-1c98-41d7-8a33-0be75f5fe603</vt:lpwstr>
  </property>
  <property fmtid="{D5CDD505-2E9C-101B-9397-08002B2CF9AE}" pid="8" name="MSIP_Label_19540963-e559-4020-8a90-fe8a502c2801_ActionId">
    <vt:lpwstr>a3ac4781-fe0a-4202-bb7f-f332c745cf40</vt:lpwstr>
  </property>
  <property fmtid="{D5CDD505-2E9C-101B-9397-08002B2CF9AE}" pid="9" name="MSIP_Label_19540963-e559-4020-8a90-fe8a502c2801_ContentBits">
    <vt:lpwstr>0</vt:lpwstr>
  </property>
  <property fmtid="{D5CDD505-2E9C-101B-9397-08002B2CF9AE}" pid="10" name="MSIP_Label_19540963-e559-4020-8a90-fe8a502c2801_Tag">
    <vt:lpwstr>10, 3, 0, 1</vt:lpwstr>
  </property>
</Properties>
</file>