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  <p:sldId id="270" r:id="rId75"/>
    <p:sldId id="278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  <p14:sldId id="333"/>
            <p14:sldId id="334"/>
          </p14:sldIdLst>
        </p14:section>
        <p14:section name="ch13" id="{9192146B-9412-4BF1-9C5E-1DD0EB2A082E}">
          <p14:sldIdLst>
            <p14:sldId id="335"/>
            <p14:sldId id="336"/>
            <p14:sldId id="337"/>
          </p14:sldIdLst>
        </p14:section>
        <p14:section name="ch14" id="{44904F95-E613-46A2-B68E-5A6E4E74533E}">
          <p14:sldIdLst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ch15" id="{10781A28-26EA-4F18-ADB7-A7B68D46AD02}">
          <p14:sldIdLst>
            <p14:sldId id="345"/>
          </p14:sldIdLst>
        </p14:section>
        <p14:section name="ch16" id="{66E23AAC-0E40-466F-ACC1-BC9575108DC2}">
          <p14:sldIdLst>
            <p14:sldId id="346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A68-D35D-58A1-D3E1-94E4B80CA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17E96-103D-097E-289E-0ECDA073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59FB6-0C51-0038-40C1-DDFAC4FD9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684B-C044-E0A9-16C2-B18EC241F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9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E5C-516F-091D-BF14-AF40302E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67367F-AF6A-D290-B204-9FEE165DB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08C80-9B9F-959E-8E6F-4FF9DF1A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A727C-59BA-8A90-D414-A1D6D932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805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B223B-3D2E-F61F-8E8D-A30C4C34D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F90CC-6D7B-3693-604C-FFF13FBB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648D1-5910-5A8E-D9A4-C3AF51F9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60A6E-DF75-1F99-FDFE-0804714A4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4894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F1B1-6D36-496C-34C5-1F80A214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DAE3-AF67-6992-768B-A564577F8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0017-9259-DF76-98F4-908326A6C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35F0D-346E-0CC9-829E-E30F0E39B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125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C485-0AAD-7CFC-F623-A2FA31DD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9894D-F231-BA1F-EEBF-537BB70C4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2BADE-40B4-8777-CC2D-1E2689AD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9FDB-23E4-00D9-9C0B-FF05C3D70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64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ADE3-2916-640A-75DC-CC75311A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04F2E-0736-A1D5-5E00-892D096C6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9AF85-3F05-2B55-43E0-E53A7F159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CF420-893B-749E-2ED8-A383AC659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482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B27-9706-7B32-F2D5-58B9D749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8DF36-6EDC-878B-803A-27AF6B224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42DF-DDB8-785B-9DC3-83D91CF0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0E308-6AFE-80D3-D38D-15CA0566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3043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FEDB-8AAC-8E12-EAFC-0B779D6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25837-B8DF-49D6-5194-63CEE3A9C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7CBF2-F654-526D-CA26-EF3FC328C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BE819-F41A-4B80-9C5D-C379A4C478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929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14B9-A8EE-84D8-D242-7FBD513A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EFA38-5E97-4D08-5216-B7D0280A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69478-E9BE-A3F4-BD68-D32A5840C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7159-927C-41E2-5D0A-F8F5CBB4E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251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0E23-20BC-EED0-C25F-BA66FF34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1E4B0-5126-1E8E-ACDB-92301D30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B15C0-7AA5-5F2D-7537-E506A395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012B-2DA9-72F2-703E-CAE7E801E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142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2301-1264-283F-7945-79B3DAEC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FBEA-3D78-F560-5D53-192D5CF9D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20A5C-C03D-75C3-582B-84C1352A0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A74A-FE19-59DF-B781-12F9CB937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100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16C30-8F08-EB02-6C93-923720AB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8E1A2-07CA-7032-9412-32EA48758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1FCD-C507-C697-6380-2846916E0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4075-F112-F5A7-D204-1C1A63343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020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B3C0-384A-1812-DB54-5AB06980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F4478-8CC0-1C41-2363-0B876366E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C82A2-1BDF-CCA4-D4AA-5E45D49A2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AA402-802C-7AAD-269C-F83A180AC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7997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A640-8BD4-60BA-38CC-D2E6074B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922C2-39FE-500A-6EEB-32DC4F8F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F500F-1392-DF48-A33F-3C04B618E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98A2-F600-E93A-ED9F-8A8B891AC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4914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6.jpe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10.png"/><Relationship Id="rId9" Type="http://schemas.microsoft.com/office/2007/relationships/diagramDrawing" Target="../diagrams/drawing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10.png"/><Relationship Id="rId5" Type="http://schemas.openxmlformats.org/officeDocument/2006/relationships/diagramData" Target="../diagrams/data2.xml"/><Relationship Id="rId10" Type="http://schemas.openxmlformats.org/officeDocument/2006/relationships/image" Target="../media/image112.png"/><Relationship Id="rId4" Type="http://schemas.openxmlformats.org/officeDocument/2006/relationships/image" Target="../media/image111.png"/><Relationship Id="rId9" Type="http://schemas.microsoft.com/office/2007/relationships/diagramDrawing" Target="../diagrams/drawing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1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110.png"/><Relationship Id="rId5" Type="http://schemas.openxmlformats.org/officeDocument/2006/relationships/diagramData" Target="../diagrams/data3.xml"/><Relationship Id="rId10" Type="http://schemas.openxmlformats.org/officeDocument/2006/relationships/image" Target="../media/image112.png"/><Relationship Id="rId4" Type="http://schemas.openxmlformats.org/officeDocument/2006/relationships/image" Target="../media/image111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12.1 Adding “try/catch” to Server Actions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B707B5-98D9-F75F-0194-7C37AD9A71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121640"/>
            <a:ext cx="10440857" cy="4134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4D98A3-A82D-B53C-2373-02F1707F3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3614" y="4058831"/>
            <a:ext cx="3906197" cy="21972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3631-DD77-7F8E-D34B-ABA05568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CCA4757-681D-406D-7A48-408EFE2B2C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DF56DF3-3506-C65B-BBF3-12A4EC6B56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42F0D-AE0C-C9A0-7096-EF85CCAE4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BBCC77-2323-7042-2485-0960955117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89D07-7E83-8345-78A3-E6FD8F276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FFC572D-A710-8EBB-07BC-1A5CCE860EB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12.2 Handling all errors with “</a:t>
            </a:r>
            <a:r>
              <a:rPr lang="en-US" altLang="zh-CN" sz="3600" b="1" cap="none" dirty="0" err="1"/>
              <a:t>error.tsx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F80B-F9DE-F906-D232-C8ADFB3E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A6EF26-142E-306E-5982-0D31E5278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69375" y="2032321"/>
            <a:ext cx="10650436" cy="42582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20972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6618F-5C19-028D-0613-AF8BD35D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1837E554-EC39-E919-422F-CC72D6D9AB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9C35F1D-A342-8211-5AC4-7F38CFFDCDD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057CAF-0420-0014-271A-6F3803856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D08092-296A-4852-6767-977FAD76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71859-165B-5D34-438A-5CEF22F64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9E6A33-8988-7915-0591-D039FF2B15A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12.3 Handling 404 errors with “</a:t>
            </a:r>
            <a:r>
              <a:rPr lang="en-US" altLang="zh-CN" sz="3600" b="1" cap="none" dirty="0" err="1"/>
              <a:t>notFound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F0981-C79B-71C3-4AAA-C0AD580036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DC6EF4-EBA1-13CB-07D7-0F980209C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3731" y="2078022"/>
            <a:ext cx="10669489" cy="4191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AEE8CA-EB5A-F155-D796-C40D20B54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207" y="3918637"/>
            <a:ext cx="2556729" cy="25567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34542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E82-6DC1-D4C2-B092-E0D33DAF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2CAA742-7FF4-46A1-C2DC-FC0BCA5BD0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FB38FB-8D89-4CD0-65B3-9B316B528E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F670C6-8C65-A94C-ABA8-7B3FB228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B897AE-B2C2-11B4-34C6-D3B221679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397CC-8924-3B22-5020-A63308725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7D021B5-4812-68CC-B0B1-B07AE70FF24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13.1/13.2 </a:t>
            </a:r>
            <a:r>
              <a:rPr lang="en-US" altLang="zh-CN" sz="3600" b="1" cap="none" dirty="0" err="1"/>
              <a:t>ESLint</a:t>
            </a:r>
            <a:r>
              <a:rPr lang="en-US" altLang="zh-CN" sz="3600" b="1" cap="none" dirty="0"/>
              <a:t> Accessibility Plug-in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35174-AE4F-1DD2-21B8-AD5A4D85C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2DB7D7-D859-4F54-7944-C225DBB40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0" y="2122725"/>
            <a:ext cx="9685495" cy="3943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CB129E-F1BA-D3B2-22F1-8A088E58E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576" y="4392130"/>
            <a:ext cx="2470050" cy="20185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66710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9039-9095-3DB3-ED99-DED35165D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FCEBD1-0B62-A37F-E011-BE9730FA51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658C2C-8052-A742-033C-42AC105A2B6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A9EC8-67DD-A7CF-1AC9-C2861C0E3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C4B5B5-D5EF-C5DC-3694-EC47D2222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64CB5-19AD-3F5A-9290-AC18A040CF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990C963-74A3-6943-0DBF-BAB5D8759AF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13.3/13.4 Form Accessibility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1A8B22-184E-1299-273D-36C0AFFFC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D0DA5-7617-53A5-ABF9-EA77281F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381015" cy="43742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39133E-30D5-9C2D-A4AC-262DD3BED1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0652" y="4484500"/>
            <a:ext cx="3970988" cy="2149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27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48-A997-D942-A9B1-36D49500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AF8813-880E-74BD-645D-10EFEF137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5F67EB2-F9C6-BFF2-5F04-21CF5D612E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134F7-68CF-3C4A-E2EC-5862E8C54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7AD23-4CF6-8E47-8517-279924BC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CFE4A-B78B-73A2-0958-CFF4E5CB4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2F68F6E-8AAB-6842-881F-49DA1D36152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13.5 Practice: Adding aria labels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C518B-36B5-C839-3E55-B6F438FED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57FA5D-8D0C-62D8-C7D1-F23B2A728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3" y="2117699"/>
            <a:ext cx="10514750" cy="4270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5293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3DEC-EE5B-F406-4F31-F6926B4B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7FB528A-1F47-CE0F-81A6-F4E3170DF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40C34DD-18CA-32F7-C2B5-DC40035F3A6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BC78-04B3-8967-9086-825FAD0D8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8559F8-3091-5E3D-B396-FC7441007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A73B-442E-A62B-34CF-5362379A7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0D7C84-2DE1-2F76-9101-1F1C48A7299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14.1/14.2 Creating Login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3E0F1-F0E8-4EAB-3A08-D5D47F53B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6B7FED-F527-21D9-762E-D3E767781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8890" y="2078022"/>
            <a:ext cx="10637950" cy="42358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476584-6246-EBB3-6F7A-43DC353A9B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0147" y="4700855"/>
            <a:ext cx="3428923" cy="18159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4393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EF9-3E2C-4C33-3606-809FE1C1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3264F09-9148-5FAC-6159-1C53D8FB31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BFADE96-811A-3495-3DE4-432B6EFB3F8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072AE-09D6-95FD-2378-9601363D9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CDEF6-3CB9-C2AA-1A57-C3F43024F8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8D5F1-BCE2-D1DE-796F-C39045A0D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9163D6D-F0BA-231D-4D0A-A23B8FDA69F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14.3/14.4 Setting Up NextAuth.js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CB79C-CF86-4D57-543C-DFC7314CE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8A0A9D4-0D0B-4DF5-AA8F-5C1101770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06" y="2032321"/>
            <a:ext cx="9271265" cy="4244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EB1BD4-853B-2819-EC13-15AF4549E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4699823"/>
            <a:ext cx="4128841" cy="16952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27516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447-46AF-6212-FD23-CB3A0CCF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66A16B0-E5D5-34AF-2776-55CACAB113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D83D3C0-8A79-B9E3-745E-A1607EBC564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23C7B-6166-0A69-56D6-B2644AA6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FD06A2-D671-012C-F830-AB8B70953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F1A574-1BBC-98FD-A38F-0A1731533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DE6672B-F477-30A0-019D-791E89DD1F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4B832-5DD6-AB6C-BC49-CE10677FF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A5651F-43E4-5A41-D88F-52D8671BC5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06" y="1959518"/>
            <a:ext cx="9836934" cy="44846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28059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D927-E92B-2454-CCD7-1A0D8E1F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83A2AF7-A3B0-84C0-7F49-DA46AB0368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74C379B-ED7C-61A8-0403-449F3A8E78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930851-D7FF-698E-D642-968DD55A9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2AD413-AC83-9B7E-5FA1-0FA11A6E5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B40F5-DDE8-6016-00A4-CC28434B5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BF1F69-8B9B-D003-DF0E-52EF2A0280C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2729C-82C9-244A-D769-E75106471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475DA63-5F0A-356A-C850-C904D81117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780" y="2078022"/>
            <a:ext cx="9946783" cy="41624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1A5A98-D3A6-4F7C-FCA7-49F2B1C9C6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4570" y="4825811"/>
            <a:ext cx="4662201" cy="189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045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916B-E9A3-B68E-63E2-8B667FA8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D52B684-5931-1E3E-2977-2648887F7B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2630022-1EC1-51AB-C482-77EC9BFB802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34BEB-06C5-24F6-4751-4A7079CC5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8F5DF7-7ADA-82AF-100E-1AEAD4E6C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E901E-2C14-CA83-A43E-CEC036ADE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035A6C6-8A8D-D849-B3AA-8D4A961803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4EE3F0-BC19-8D6F-C6A4-21E52EC3B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636F1B3-5250-A2B0-CA0E-2456C074D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500574" cy="4425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309056-AB8F-0415-E912-B82290949E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0259" y="4164169"/>
            <a:ext cx="2600082" cy="260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86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34967-13F0-0BD4-B434-237EEF1D4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DA7B68E-E857-1E77-0150-9822D30242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098B6B-ED77-E47B-F0A9-88946BD34D3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4A067-D6D6-E316-E239-1AF9B3346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B5E3ED-9F8D-6EC0-6B27-25ADA6F44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F43E63-47C0-F203-6731-9F2FF8AC53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BD8F74D-A1CF-3D9F-1669-EABAC02E585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8C0C9-7806-694C-6577-25491F580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84FA32C-06BF-06A9-8B9C-6FC126D53D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57" y="1937369"/>
            <a:ext cx="10456404" cy="4472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03665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251E-96C9-DF63-F863-C7F0D0156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14A62C-CED0-4245-3646-35446D0249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D34DD3F-D2C9-6007-7EF4-3B429FE3F8C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065DA-524B-B063-2C93-989782519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B7302-6BE7-4839-CC51-17DFFDDEC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7440C-1B26-0AAD-26B1-3379ED83A2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F978AB-1EF0-9259-3F6A-93C438056E7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14.6 Adding Logout Functionality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E5BB92-7B9C-584E-238C-362683FB8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015699-3687-9FF7-EDE0-2275F32AD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237" y="2056718"/>
            <a:ext cx="9878752" cy="44599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979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7692-A226-CFB9-79F3-E45D210D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6155AB9-FCFB-224E-E831-5C6919417D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BBC81B-6D42-2A8C-CAFE-1A69A94CF1C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CC3F0-1261-A1D8-2DA6-993E62FFF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B66E4F-7057-11EE-4F8C-77F54286D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594173-32D8-EEF1-6A97-2F5D2AFF3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592A2D5-CFD4-9477-E6C3-84D4144BFF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D9907-91A4-58C7-AA3B-5703C9DB2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15 Adding Metadata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6E414-B548-3340-E989-B3EDCDF9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86" y="1537475"/>
            <a:ext cx="10059804" cy="47345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01185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A7D2-1EF8-9F08-BDF3-E1572450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D13A56-609F-DD26-E380-B0B81F6D26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9389E7-9AA4-19FA-B57F-E2563C76F78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D46C7-F938-FB8C-A828-CFE6CA2C0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DD516-A05E-907E-ABA0-2FE27B0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05A82-CE4C-AD7A-5029-9DC87D8FB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C2453A0-B328-692F-78BF-70E9A31ACB9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440D3-6667-F228-26A2-528D7BC7F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16 Next Steps</a:t>
            </a:r>
            <a:endParaRPr lang="en-US" sz="4800" b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15407DD-BC0B-7B84-65BC-56BD51F64E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880" y="5213968"/>
            <a:ext cx="6483347" cy="1644022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98CFEDB-0756-78D0-AECB-795035115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671" y="1793216"/>
            <a:ext cx="7956415" cy="38201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D537E0-4CDC-B1DD-F350-927F062E30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89" y="2665241"/>
            <a:ext cx="3489686" cy="3108911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786490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15595</TotalTime>
  <Words>1067</Words>
  <Application>Microsoft Office PowerPoint</Application>
  <PresentationFormat>Widescreen</PresentationFormat>
  <Paragraphs>351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102</cp:revision>
  <dcterms:created xsi:type="dcterms:W3CDTF">2026-01-17T04:16:23Z</dcterms:created>
  <dcterms:modified xsi:type="dcterms:W3CDTF">2026-02-18T09:57:34Z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