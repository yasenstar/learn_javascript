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7"/>
  </p:notesMasterIdLst>
  <p:handoutMasterIdLst>
    <p:handoutMasterId r:id="rId78"/>
  </p:handoutMasterIdLst>
  <p:sldIdLst>
    <p:sldId id="256" r:id="rId5"/>
    <p:sldId id="257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3" r:id="rId31"/>
    <p:sldId id="304" r:id="rId32"/>
    <p:sldId id="305" r:id="rId33"/>
    <p:sldId id="306" r:id="rId34"/>
    <p:sldId id="319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39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276" r:id="rId74"/>
    <p:sldId id="270" r:id="rId75"/>
    <p:sldId id="278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B54AF1-1929-468D-B83B-1A6CC1CC4014}">
          <p14:sldIdLst>
            <p14:sldId id="256"/>
            <p14:sldId id="257"/>
          </p14:sldIdLst>
        </p14:section>
        <p14:section name="ch02" id="{183771B2-5637-4FA6-AC98-3591E6F98168}">
          <p14:sldIdLst>
            <p14:sldId id="277"/>
            <p14:sldId id="279"/>
            <p14:sldId id="280"/>
            <p14:sldId id="281"/>
          </p14:sldIdLst>
        </p14:section>
        <p14:section name="ch03" id="{88CE00CF-A120-4584-A748-73913B9C58A6}">
          <p14:sldIdLst>
            <p14:sldId id="282"/>
            <p14:sldId id="283"/>
            <p14:sldId id="284"/>
            <p14:sldId id="285"/>
          </p14:sldIdLst>
        </p14:section>
        <p14:section name="ch04" id="{DA200A39-2EB3-4544-863B-25110295633C}">
          <p14:sldIdLst>
            <p14:sldId id="286"/>
            <p14:sldId id="287"/>
            <p14:sldId id="288"/>
          </p14:sldIdLst>
        </p14:section>
        <p14:section name="ch05" id="{00A44908-D378-4093-81BB-8612BB603F83}">
          <p14:sldIdLst>
            <p14:sldId id="289"/>
            <p14:sldId id="290"/>
          </p14:sldIdLst>
        </p14:section>
        <p14:section name="ch06" id="{20A7F0C4-63B0-4E99-9132-E1B729ABB4A0}">
          <p14:sldIdLst>
            <p14:sldId id="291"/>
            <p14:sldId id="292"/>
            <p14:sldId id="293"/>
            <p14:sldId id="294"/>
            <p14:sldId id="295"/>
          </p14:sldIdLst>
        </p14:section>
        <p14:section name="ch07" id="{09E78D94-F7EE-4EA9-A0B4-DFBAFE65FBFB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h08" id="{A8E0E207-225D-44BF-B5B8-B112C8D4CE34}">
          <p14:sldIdLst>
            <p14:sldId id="303"/>
            <p14:sldId id="304"/>
          </p14:sldIdLst>
        </p14:section>
        <p14:section name="ch09" id="{3DCDBBB8-3A4B-47F8-8781-75C739AA2ECF}">
          <p14:sldIdLst>
            <p14:sldId id="305"/>
            <p14:sldId id="306"/>
            <p14:sldId id="319"/>
            <p14:sldId id="307"/>
            <p14:sldId id="308"/>
            <p14:sldId id="309"/>
            <p14:sldId id="310"/>
          </p14:sldIdLst>
        </p14:section>
        <p14:section name="ch10" id="{D907A7EF-1EB4-4D76-9A6D-613385A6DF86}">
          <p14:sldIdLst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ch11" id="{3D12069C-F047-447E-B091-FA88EDE6A7D5}">
          <p14:sldIdLst>
            <p14:sldId id="318"/>
            <p14:sldId id="320"/>
            <p14:sldId id="321"/>
            <p14:sldId id="322"/>
            <p14:sldId id="323"/>
            <p14:sldId id="324"/>
            <p14:sldId id="325"/>
            <p14:sldId id="326"/>
            <p14:sldId id="328"/>
            <p14:sldId id="329"/>
            <p14:sldId id="330"/>
            <p14:sldId id="331"/>
          </p14:sldIdLst>
        </p14:section>
        <p14:section name="ch12" id="{ACA51953-DB90-4C2C-BD3E-545817D0DACD}">
          <p14:sldIdLst>
            <p14:sldId id="332"/>
            <p14:sldId id="333"/>
            <p14:sldId id="334"/>
          </p14:sldIdLst>
        </p14:section>
        <p14:section name="ch13" id="{9192146B-9412-4BF1-9C5E-1DD0EB2A082E}">
          <p14:sldIdLst>
            <p14:sldId id="335"/>
            <p14:sldId id="336"/>
            <p14:sldId id="337"/>
          </p14:sldIdLst>
        </p14:section>
        <p14:section name="ch14" id="{44904F95-E613-46A2-B68E-5A6E4E74533E}">
          <p14:sldIdLst>
            <p14:sldId id="338"/>
            <p14:sldId id="339"/>
            <p14:sldId id="340"/>
            <p14:sldId id="341"/>
            <p14:sldId id="342"/>
            <p14:sldId id="343"/>
            <p14:sldId id="344"/>
          </p14:sldIdLst>
        </p14:section>
        <p14:section name="ch15" id="{10781A28-26EA-4F18-ADB7-A7B68D46AD02}">
          <p14:sldIdLst>
            <p14:sldId id="345"/>
          </p14:sldIdLst>
        </p14:section>
        <p14:section name="ch16" id="{66E23AAC-0E40-466F-ACC1-BC9575108DC2}">
          <p14:sldIdLst>
            <p14:sldId id="346"/>
          </p14:sldIdLst>
        </p14:section>
        <p14:section name="covers" id="{E5823A51-8D0B-45F5-A8F0-5C43B5C81155}">
          <p14:sldIdLst>
            <p14:sldId id="276"/>
            <p14:sldId id="270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54" d="100"/>
          <a:sy n="54" d="100"/>
        </p:scale>
        <p:origin x="57" y="10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AF38FA-668C-42FF-833B-8125D0660C5A}" type="doc">
      <dgm:prSet loTypeId="urn:microsoft.com/office/officeart/2005/8/layout/hChevron3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2DEB5-04B2-43B0-AE1F-484092092F8C}">
      <dgm:prSet phldrT="[Text]" phldr="0" custT="1"/>
      <dgm:spPr/>
      <dgm:t>
        <a:bodyPr/>
        <a:lstStyle/>
        <a:p>
          <a:r>
            <a:rPr lang="en-US" sz="3200" b="1">
              <a:solidFill>
                <a:srgbClr val="00B050"/>
              </a:solidFill>
              <a:effectLst/>
            </a:rPr>
            <a:t>React Foundations</a:t>
          </a:r>
          <a:endParaRPr lang="en-US" sz="3200" b="1" dirty="0">
            <a:solidFill>
              <a:srgbClr val="00B050"/>
            </a:solidFill>
            <a:effectLst/>
          </a:endParaRPr>
        </a:p>
      </dgm:t>
    </dgm:pt>
    <dgm:pt modelId="{086CFFA7-5016-4BB1-BF31-ADB78F91B03E}" type="parTrans" cxnId="{CFE9B22D-431F-42D5-A9DD-A34070B50E6D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98B402DD-A062-43D3-B135-4A9AE401840E}" type="sibTrans" cxnId="{CFE9B22D-431F-42D5-A9DD-A34070B50E6D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3F8A6D25-EC33-4E79-9F36-36771A974919}">
      <dgm:prSet phldrT="[Text]" phldr="0" custT="1"/>
      <dgm:spPr>
        <a:gradFill rotWithShape="0">
          <a:gsLst>
            <a:gs pos="0">
              <a:srgbClr val="ACD433">
                <a:hueOff val="0"/>
                <a:satOff val="0"/>
                <a:lumOff val="0"/>
                <a:alphaOff val="0"/>
                <a:tint val="98000"/>
                <a:lumMod val="114000"/>
              </a:srgbClr>
            </a:gs>
            <a:gs pos="100000">
              <a:srgbClr val="ACD433">
                <a:hueOff val="0"/>
                <a:satOff val="0"/>
                <a:lumOff val="0"/>
                <a:alphaOff val="0"/>
                <a:shade val="90000"/>
                <a:lumMod val="84000"/>
              </a:srgb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 spcFirstLastPara="0" vert="horz" wrap="square" lIns="170688" tIns="85344" rIns="42672" bIns="85344" numCol="1" spcCol="1270" anchor="ctr" anchorCtr="0"/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rgbClr val="00B050"/>
              </a:solidFill>
              <a:effectLst/>
              <a:latin typeface="Century Gothic" panose="020B0502020202020204"/>
              <a:ea typeface="+mn-ea"/>
              <a:cs typeface="+mn-cs"/>
            </a:rPr>
            <a:t>App Router</a:t>
          </a:r>
          <a:endParaRPr lang="en-US" sz="3200" b="1" kern="1200" dirty="0">
            <a:solidFill>
              <a:srgbClr val="00B050"/>
            </a:solidFill>
            <a:effectLst/>
            <a:latin typeface="Century Gothic" panose="020B0502020202020204"/>
            <a:ea typeface="+mn-ea"/>
            <a:cs typeface="+mn-cs"/>
          </a:endParaRPr>
        </a:p>
      </dgm:t>
    </dgm:pt>
    <dgm:pt modelId="{2214299D-707F-429C-A23D-9EE2F39CF74A}" type="parTrans" cxnId="{0C42CAF2-971C-4068-B645-A373CE11E869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F5C31149-F876-40A6-9FD4-9FC1A73D7103}" type="sibTrans" cxnId="{0C42CAF2-971C-4068-B645-A373CE11E869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2A8D39A9-50C8-4D4F-B033-79DECE006E66}">
      <dgm:prSet phldrT="[Text]"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en-US" sz="3200" b="1">
              <a:solidFill>
                <a:srgbClr val="00B050"/>
              </a:solidFill>
              <a:effectLst/>
            </a:rPr>
            <a:t>Pages Router</a:t>
          </a:r>
          <a:endParaRPr lang="en-US" sz="3200" b="1" dirty="0">
            <a:solidFill>
              <a:srgbClr val="00B050"/>
            </a:solidFill>
            <a:effectLst/>
          </a:endParaRPr>
        </a:p>
      </dgm:t>
    </dgm:pt>
    <dgm:pt modelId="{315C08A7-84C9-4B75-B41E-C170BAF53261}" type="parTrans" cxnId="{2667F885-9801-44B0-94AB-28C9292F3E74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55984B9E-0D3F-4FAD-8385-14CE83ECD63D}" type="sibTrans" cxnId="{2667F885-9801-44B0-94AB-28C9292F3E74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6D71B52B-3920-4F69-82CF-D2F6B276680D}">
      <dgm:prSet phldrT="[Text]"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en-US" sz="3200" b="1" dirty="0">
              <a:solidFill>
                <a:srgbClr val="00B050"/>
              </a:solidFill>
              <a:effectLst/>
            </a:rPr>
            <a:t>SEO</a:t>
          </a:r>
        </a:p>
      </dgm:t>
    </dgm:pt>
    <dgm:pt modelId="{D523D338-016A-4C79-9BD8-F4C65FDC3E4A}" type="parTrans" cxnId="{92E5502B-D54D-4966-9E24-506A6D560BD2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CD4D0C60-FE61-48F8-A8F6-566EF2190D5C}" type="sibTrans" cxnId="{92E5502B-D54D-4966-9E24-506A6D560BD2}">
      <dgm:prSet/>
      <dgm:spPr/>
      <dgm:t>
        <a:bodyPr/>
        <a:lstStyle/>
        <a:p>
          <a:endParaRPr lang="en-US" sz="1600" b="1">
            <a:solidFill>
              <a:srgbClr val="00B050"/>
            </a:solidFill>
            <a:effectLst/>
          </a:endParaRPr>
        </a:p>
      </dgm:t>
    </dgm:pt>
    <dgm:pt modelId="{CDD65885-70A5-408A-AD16-60B5296FD84F}" type="pres">
      <dgm:prSet presAssocID="{1BAF38FA-668C-42FF-833B-8125D0660C5A}" presName="Name0" presStyleCnt="0">
        <dgm:presLayoutVars>
          <dgm:dir/>
          <dgm:resizeHandles val="exact"/>
        </dgm:presLayoutVars>
      </dgm:prSet>
      <dgm:spPr/>
    </dgm:pt>
    <dgm:pt modelId="{3B3B9CF9-ACCC-4AAF-B159-A5ECCE9F91FA}" type="pres">
      <dgm:prSet presAssocID="{02F2DEB5-04B2-43B0-AE1F-484092092F8C}" presName="parTxOnly" presStyleLbl="node1" presStyleIdx="0" presStyleCnt="4">
        <dgm:presLayoutVars>
          <dgm:bulletEnabled val="1"/>
        </dgm:presLayoutVars>
      </dgm:prSet>
      <dgm:spPr/>
    </dgm:pt>
    <dgm:pt modelId="{5EA737B2-FAEA-4E29-B7AB-D4AF56C6722A}" type="pres">
      <dgm:prSet presAssocID="{98B402DD-A062-43D3-B135-4A9AE401840E}" presName="parSpace" presStyleCnt="0"/>
      <dgm:spPr/>
    </dgm:pt>
    <dgm:pt modelId="{927287C2-A3D7-40DA-9CC5-879018D16C6C}" type="pres">
      <dgm:prSet presAssocID="{3F8A6D25-EC33-4E79-9F36-36771A974919}" presName="parTxOnly" presStyleLbl="node1" presStyleIdx="1" presStyleCnt="4">
        <dgm:presLayoutVars>
          <dgm:bulletEnabled val="1"/>
        </dgm:presLayoutVars>
      </dgm:prSet>
      <dgm:spPr>
        <a:xfrm>
          <a:off x="2586569" y="431693"/>
          <a:ext cx="3229188" cy="1291675"/>
        </a:xfrm>
        <a:prstGeom prst="chevron">
          <a:avLst/>
        </a:prstGeom>
      </dgm:spPr>
    </dgm:pt>
    <dgm:pt modelId="{D7399875-5945-4082-A56B-0967B2FF1CAA}" type="pres">
      <dgm:prSet presAssocID="{F5C31149-F876-40A6-9FD4-9FC1A73D7103}" presName="parSpace" presStyleCnt="0"/>
      <dgm:spPr/>
    </dgm:pt>
    <dgm:pt modelId="{0FFC9F85-D342-4563-A0C2-89C6B83FD375}" type="pres">
      <dgm:prSet presAssocID="{2A8D39A9-50C8-4D4F-B033-79DECE006E66}" presName="parTxOnly" presStyleLbl="node1" presStyleIdx="2" presStyleCnt="4">
        <dgm:presLayoutVars>
          <dgm:bulletEnabled val="1"/>
        </dgm:presLayoutVars>
      </dgm:prSet>
      <dgm:spPr/>
    </dgm:pt>
    <dgm:pt modelId="{00AD2CC1-E211-4CFF-A9B2-67FC64D14459}" type="pres">
      <dgm:prSet presAssocID="{55984B9E-0D3F-4FAD-8385-14CE83ECD63D}" presName="parSpace" presStyleCnt="0"/>
      <dgm:spPr/>
    </dgm:pt>
    <dgm:pt modelId="{903FC15E-8A12-4ACF-90BF-441209C11D87}" type="pres">
      <dgm:prSet presAssocID="{6D71B52B-3920-4F69-82CF-D2F6B276680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47BB41C-FC86-4550-A2CB-D58B80B9751F}" type="presOf" srcId="{2A8D39A9-50C8-4D4F-B033-79DECE006E66}" destId="{0FFC9F85-D342-4563-A0C2-89C6B83FD375}" srcOrd="0" destOrd="0" presId="urn:microsoft.com/office/officeart/2005/8/layout/hChevron3"/>
    <dgm:cxn modelId="{92E5502B-D54D-4966-9E24-506A6D560BD2}" srcId="{1BAF38FA-668C-42FF-833B-8125D0660C5A}" destId="{6D71B52B-3920-4F69-82CF-D2F6B276680D}" srcOrd="3" destOrd="0" parTransId="{D523D338-016A-4C79-9BD8-F4C65FDC3E4A}" sibTransId="{CD4D0C60-FE61-48F8-A8F6-566EF2190D5C}"/>
    <dgm:cxn modelId="{CFE9B22D-431F-42D5-A9DD-A34070B50E6D}" srcId="{1BAF38FA-668C-42FF-833B-8125D0660C5A}" destId="{02F2DEB5-04B2-43B0-AE1F-484092092F8C}" srcOrd="0" destOrd="0" parTransId="{086CFFA7-5016-4BB1-BF31-ADB78F91B03E}" sibTransId="{98B402DD-A062-43D3-B135-4A9AE401840E}"/>
    <dgm:cxn modelId="{7E7A1337-859F-4F61-9A78-82F7E8764017}" type="presOf" srcId="{3F8A6D25-EC33-4E79-9F36-36771A974919}" destId="{927287C2-A3D7-40DA-9CC5-879018D16C6C}" srcOrd="0" destOrd="0" presId="urn:microsoft.com/office/officeart/2005/8/layout/hChevron3"/>
    <dgm:cxn modelId="{C8B7E64E-D047-4A1C-842A-C4653D06E0DB}" type="presOf" srcId="{1BAF38FA-668C-42FF-833B-8125D0660C5A}" destId="{CDD65885-70A5-408A-AD16-60B5296FD84F}" srcOrd="0" destOrd="0" presId="urn:microsoft.com/office/officeart/2005/8/layout/hChevron3"/>
    <dgm:cxn modelId="{69FDE357-9944-440F-9DEB-FDD0AD8A9BFE}" type="presOf" srcId="{6D71B52B-3920-4F69-82CF-D2F6B276680D}" destId="{903FC15E-8A12-4ACF-90BF-441209C11D87}" srcOrd="0" destOrd="0" presId="urn:microsoft.com/office/officeart/2005/8/layout/hChevron3"/>
    <dgm:cxn modelId="{2667F885-9801-44B0-94AB-28C9292F3E74}" srcId="{1BAF38FA-668C-42FF-833B-8125D0660C5A}" destId="{2A8D39A9-50C8-4D4F-B033-79DECE006E66}" srcOrd="2" destOrd="0" parTransId="{315C08A7-84C9-4B75-B41E-C170BAF53261}" sibTransId="{55984B9E-0D3F-4FAD-8385-14CE83ECD63D}"/>
    <dgm:cxn modelId="{0C42CAF2-971C-4068-B645-A373CE11E869}" srcId="{1BAF38FA-668C-42FF-833B-8125D0660C5A}" destId="{3F8A6D25-EC33-4E79-9F36-36771A974919}" srcOrd="1" destOrd="0" parTransId="{2214299D-707F-429C-A23D-9EE2F39CF74A}" sibTransId="{F5C31149-F876-40A6-9FD4-9FC1A73D7103}"/>
    <dgm:cxn modelId="{3020AFFF-29FB-4253-9067-BC7D344E83A9}" type="presOf" srcId="{02F2DEB5-04B2-43B0-AE1F-484092092F8C}" destId="{3B3B9CF9-ACCC-4AAF-B159-A5ECCE9F91FA}" srcOrd="0" destOrd="0" presId="urn:microsoft.com/office/officeart/2005/8/layout/hChevron3"/>
    <dgm:cxn modelId="{E191ADB3-48DE-4471-9D7B-B06436C72291}" type="presParOf" srcId="{CDD65885-70A5-408A-AD16-60B5296FD84F}" destId="{3B3B9CF9-ACCC-4AAF-B159-A5ECCE9F91FA}" srcOrd="0" destOrd="0" presId="urn:microsoft.com/office/officeart/2005/8/layout/hChevron3"/>
    <dgm:cxn modelId="{F6ECF3E2-766C-40B1-9FEF-D2B9A3751F52}" type="presParOf" srcId="{CDD65885-70A5-408A-AD16-60B5296FD84F}" destId="{5EA737B2-FAEA-4E29-B7AB-D4AF56C6722A}" srcOrd="1" destOrd="0" presId="urn:microsoft.com/office/officeart/2005/8/layout/hChevron3"/>
    <dgm:cxn modelId="{5F4A39DD-EE71-415A-B0B3-627A8BABEDC4}" type="presParOf" srcId="{CDD65885-70A5-408A-AD16-60B5296FD84F}" destId="{927287C2-A3D7-40DA-9CC5-879018D16C6C}" srcOrd="2" destOrd="0" presId="urn:microsoft.com/office/officeart/2005/8/layout/hChevron3"/>
    <dgm:cxn modelId="{4E7C4957-7013-4E83-83C2-B10253353E78}" type="presParOf" srcId="{CDD65885-70A5-408A-AD16-60B5296FD84F}" destId="{D7399875-5945-4082-A56B-0967B2FF1CAA}" srcOrd="3" destOrd="0" presId="urn:microsoft.com/office/officeart/2005/8/layout/hChevron3"/>
    <dgm:cxn modelId="{FB86EB6A-5434-47EA-AB12-3A0CDAB33EE4}" type="presParOf" srcId="{CDD65885-70A5-408A-AD16-60B5296FD84F}" destId="{0FFC9F85-D342-4563-A0C2-89C6B83FD375}" srcOrd="4" destOrd="0" presId="urn:microsoft.com/office/officeart/2005/8/layout/hChevron3"/>
    <dgm:cxn modelId="{78C80DD3-464A-4A52-99A1-54586C54E2F3}" type="presParOf" srcId="{CDD65885-70A5-408A-AD16-60B5296FD84F}" destId="{00AD2CC1-E211-4CFF-A9B2-67FC64D14459}" srcOrd="5" destOrd="0" presId="urn:microsoft.com/office/officeart/2005/8/layout/hChevron3"/>
    <dgm:cxn modelId="{6ACBF150-7D73-4DED-A989-4E37B02A320F}" type="presParOf" srcId="{CDD65885-70A5-408A-AD16-60B5296FD84F}" destId="{903FC15E-8A12-4ACF-90BF-441209C11D87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AF38FA-668C-42FF-833B-8125D0660C5A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2DEB5-04B2-43B0-AE1F-484092092F8C}">
      <dgm:prSet phldrT="[Text]" phldr="0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086CFFA7-5016-4BB1-BF31-ADB78F91B03E}" type="parTrans" cxnId="{CFE9B22D-431F-42D5-A9DD-A34070B50E6D}">
      <dgm:prSet/>
      <dgm:spPr/>
      <dgm:t>
        <a:bodyPr/>
        <a:lstStyle/>
        <a:p>
          <a:endParaRPr lang="en-US"/>
        </a:p>
      </dgm:t>
    </dgm:pt>
    <dgm:pt modelId="{98B402DD-A062-43D3-B135-4A9AE401840E}" type="sibTrans" cxnId="{CFE9B22D-431F-42D5-A9DD-A34070B50E6D}">
      <dgm:prSet/>
      <dgm:spPr/>
      <dgm:t>
        <a:bodyPr/>
        <a:lstStyle/>
        <a:p>
          <a:endParaRPr lang="en-US"/>
        </a:p>
      </dgm:t>
    </dgm:pt>
    <dgm:pt modelId="{3F8A6D25-EC33-4E79-9F36-36771A974919}">
      <dgm:prSet phldrT="[Text]" phldr="0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gm:spPr>
      <dgm:t>
        <a:bodyPr spcFirstLastPara="0" vert="horz" wrap="square" lIns="261366" tIns="130683" rIns="65342" bIns="130683" numCol="1" spcCol="1270" anchor="ctr" anchorCtr="0"/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prstClr val="white"/>
            </a:solidFill>
            <a:latin typeface="Century Gothic" panose="020B0502020202020204"/>
            <a:ea typeface="+mn-ea"/>
            <a:cs typeface="+mn-cs"/>
          </a:endParaRPr>
        </a:p>
      </dgm:t>
    </dgm:pt>
    <dgm:pt modelId="{2214299D-707F-429C-A23D-9EE2F39CF74A}" type="parTrans" cxnId="{0C42CAF2-971C-4068-B645-A373CE11E869}">
      <dgm:prSet/>
      <dgm:spPr/>
      <dgm:t>
        <a:bodyPr/>
        <a:lstStyle/>
        <a:p>
          <a:endParaRPr lang="en-US"/>
        </a:p>
      </dgm:t>
    </dgm:pt>
    <dgm:pt modelId="{F5C31149-F876-40A6-9FD4-9FC1A73D7103}" type="sibTrans" cxnId="{0C42CAF2-971C-4068-B645-A373CE11E869}">
      <dgm:prSet/>
      <dgm:spPr/>
      <dgm:t>
        <a:bodyPr/>
        <a:lstStyle/>
        <a:p>
          <a:endParaRPr lang="en-US"/>
        </a:p>
      </dgm:t>
    </dgm:pt>
    <dgm:pt modelId="{2A8D39A9-50C8-4D4F-B033-79DECE006E66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 dirty="0"/>
        </a:p>
      </dgm:t>
    </dgm:pt>
    <dgm:pt modelId="{315C08A7-84C9-4B75-B41E-C170BAF53261}" type="parTrans" cxnId="{2667F885-9801-44B0-94AB-28C9292F3E74}">
      <dgm:prSet/>
      <dgm:spPr/>
      <dgm:t>
        <a:bodyPr/>
        <a:lstStyle/>
        <a:p>
          <a:endParaRPr lang="en-US"/>
        </a:p>
      </dgm:t>
    </dgm:pt>
    <dgm:pt modelId="{55984B9E-0D3F-4FAD-8385-14CE83ECD63D}" type="sibTrans" cxnId="{2667F885-9801-44B0-94AB-28C9292F3E74}">
      <dgm:prSet/>
      <dgm:spPr/>
      <dgm:t>
        <a:bodyPr/>
        <a:lstStyle/>
        <a:p>
          <a:endParaRPr lang="en-US"/>
        </a:p>
      </dgm:t>
    </dgm:pt>
    <dgm:pt modelId="{6D71B52B-3920-4F69-82CF-D2F6B276680D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 dirty="0"/>
        </a:p>
      </dgm:t>
    </dgm:pt>
    <dgm:pt modelId="{D523D338-016A-4C79-9BD8-F4C65FDC3E4A}" type="parTrans" cxnId="{92E5502B-D54D-4966-9E24-506A6D560BD2}">
      <dgm:prSet/>
      <dgm:spPr/>
      <dgm:t>
        <a:bodyPr/>
        <a:lstStyle/>
        <a:p>
          <a:endParaRPr lang="en-US"/>
        </a:p>
      </dgm:t>
    </dgm:pt>
    <dgm:pt modelId="{CD4D0C60-FE61-48F8-A8F6-566EF2190D5C}" type="sibTrans" cxnId="{92E5502B-D54D-4966-9E24-506A6D560BD2}">
      <dgm:prSet/>
      <dgm:spPr/>
      <dgm:t>
        <a:bodyPr/>
        <a:lstStyle/>
        <a:p>
          <a:endParaRPr lang="en-US"/>
        </a:p>
      </dgm:t>
    </dgm:pt>
    <dgm:pt modelId="{CDD65885-70A5-408A-AD16-60B5296FD84F}" type="pres">
      <dgm:prSet presAssocID="{1BAF38FA-668C-42FF-833B-8125D0660C5A}" presName="Name0" presStyleCnt="0">
        <dgm:presLayoutVars>
          <dgm:dir/>
          <dgm:resizeHandles val="exact"/>
        </dgm:presLayoutVars>
      </dgm:prSet>
      <dgm:spPr/>
    </dgm:pt>
    <dgm:pt modelId="{3B3B9CF9-ACCC-4AAF-B159-A5ECCE9F91FA}" type="pres">
      <dgm:prSet presAssocID="{02F2DEB5-04B2-43B0-AE1F-484092092F8C}" presName="parTxOnly" presStyleLbl="node1" presStyleIdx="0" presStyleCnt="4">
        <dgm:presLayoutVars>
          <dgm:bulletEnabled val="1"/>
        </dgm:presLayoutVars>
      </dgm:prSet>
      <dgm:spPr/>
    </dgm:pt>
    <dgm:pt modelId="{5EA737B2-FAEA-4E29-B7AB-D4AF56C6722A}" type="pres">
      <dgm:prSet presAssocID="{98B402DD-A062-43D3-B135-4A9AE401840E}" presName="parSpace" presStyleCnt="0"/>
      <dgm:spPr/>
    </dgm:pt>
    <dgm:pt modelId="{927287C2-A3D7-40DA-9CC5-879018D16C6C}" type="pres">
      <dgm:prSet presAssocID="{3F8A6D25-EC33-4E79-9F36-36771A974919}" presName="parTxOnly" presStyleLbl="node1" presStyleIdx="1" presStyleCnt="4">
        <dgm:presLayoutVars>
          <dgm:bulletEnabled val="1"/>
        </dgm:presLayoutVars>
      </dgm:prSet>
      <dgm:spPr>
        <a:xfrm>
          <a:off x="1913731" y="226207"/>
          <a:ext cx="2389187" cy="955675"/>
        </a:xfrm>
        <a:prstGeom prst="chevron">
          <a:avLst/>
        </a:prstGeom>
      </dgm:spPr>
    </dgm:pt>
    <dgm:pt modelId="{D7399875-5945-4082-A56B-0967B2FF1CAA}" type="pres">
      <dgm:prSet presAssocID="{F5C31149-F876-40A6-9FD4-9FC1A73D7103}" presName="parSpace" presStyleCnt="0"/>
      <dgm:spPr/>
    </dgm:pt>
    <dgm:pt modelId="{0FFC9F85-D342-4563-A0C2-89C6B83FD375}" type="pres">
      <dgm:prSet presAssocID="{2A8D39A9-50C8-4D4F-B033-79DECE006E66}" presName="parTxOnly" presStyleLbl="node1" presStyleIdx="2" presStyleCnt="4">
        <dgm:presLayoutVars>
          <dgm:bulletEnabled val="1"/>
        </dgm:presLayoutVars>
      </dgm:prSet>
      <dgm:spPr/>
    </dgm:pt>
    <dgm:pt modelId="{00AD2CC1-E211-4CFF-A9B2-67FC64D14459}" type="pres">
      <dgm:prSet presAssocID="{55984B9E-0D3F-4FAD-8385-14CE83ECD63D}" presName="parSpace" presStyleCnt="0"/>
      <dgm:spPr/>
    </dgm:pt>
    <dgm:pt modelId="{903FC15E-8A12-4ACF-90BF-441209C11D87}" type="pres">
      <dgm:prSet presAssocID="{6D71B52B-3920-4F69-82CF-D2F6B276680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47BB41C-FC86-4550-A2CB-D58B80B9751F}" type="presOf" srcId="{2A8D39A9-50C8-4D4F-B033-79DECE006E66}" destId="{0FFC9F85-D342-4563-A0C2-89C6B83FD375}" srcOrd="0" destOrd="0" presId="urn:microsoft.com/office/officeart/2005/8/layout/hChevron3"/>
    <dgm:cxn modelId="{92E5502B-D54D-4966-9E24-506A6D560BD2}" srcId="{1BAF38FA-668C-42FF-833B-8125D0660C5A}" destId="{6D71B52B-3920-4F69-82CF-D2F6B276680D}" srcOrd="3" destOrd="0" parTransId="{D523D338-016A-4C79-9BD8-F4C65FDC3E4A}" sibTransId="{CD4D0C60-FE61-48F8-A8F6-566EF2190D5C}"/>
    <dgm:cxn modelId="{CFE9B22D-431F-42D5-A9DD-A34070B50E6D}" srcId="{1BAF38FA-668C-42FF-833B-8125D0660C5A}" destId="{02F2DEB5-04B2-43B0-AE1F-484092092F8C}" srcOrd="0" destOrd="0" parTransId="{086CFFA7-5016-4BB1-BF31-ADB78F91B03E}" sibTransId="{98B402DD-A062-43D3-B135-4A9AE401840E}"/>
    <dgm:cxn modelId="{7E7A1337-859F-4F61-9A78-82F7E8764017}" type="presOf" srcId="{3F8A6D25-EC33-4E79-9F36-36771A974919}" destId="{927287C2-A3D7-40DA-9CC5-879018D16C6C}" srcOrd="0" destOrd="0" presId="urn:microsoft.com/office/officeart/2005/8/layout/hChevron3"/>
    <dgm:cxn modelId="{C8B7E64E-D047-4A1C-842A-C4653D06E0DB}" type="presOf" srcId="{1BAF38FA-668C-42FF-833B-8125D0660C5A}" destId="{CDD65885-70A5-408A-AD16-60B5296FD84F}" srcOrd="0" destOrd="0" presId="urn:microsoft.com/office/officeart/2005/8/layout/hChevron3"/>
    <dgm:cxn modelId="{69FDE357-9944-440F-9DEB-FDD0AD8A9BFE}" type="presOf" srcId="{6D71B52B-3920-4F69-82CF-D2F6B276680D}" destId="{903FC15E-8A12-4ACF-90BF-441209C11D87}" srcOrd="0" destOrd="0" presId="urn:microsoft.com/office/officeart/2005/8/layout/hChevron3"/>
    <dgm:cxn modelId="{2667F885-9801-44B0-94AB-28C9292F3E74}" srcId="{1BAF38FA-668C-42FF-833B-8125D0660C5A}" destId="{2A8D39A9-50C8-4D4F-B033-79DECE006E66}" srcOrd="2" destOrd="0" parTransId="{315C08A7-84C9-4B75-B41E-C170BAF53261}" sibTransId="{55984B9E-0D3F-4FAD-8385-14CE83ECD63D}"/>
    <dgm:cxn modelId="{0C42CAF2-971C-4068-B645-A373CE11E869}" srcId="{1BAF38FA-668C-42FF-833B-8125D0660C5A}" destId="{3F8A6D25-EC33-4E79-9F36-36771A974919}" srcOrd="1" destOrd="0" parTransId="{2214299D-707F-429C-A23D-9EE2F39CF74A}" sibTransId="{F5C31149-F876-40A6-9FD4-9FC1A73D7103}"/>
    <dgm:cxn modelId="{3020AFFF-29FB-4253-9067-BC7D344E83A9}" type="presOf" srcId="{02F2DEB5-04B2-43B0-AE1F-484092092F8C}" destId="{3B3B9CF9-ACCC-4AAF-B159-A5ECCE9F91FA}" srcOrd="0" destOrd="0" presId="urn:microsoft.com/office/officeart/2005/8/layout/hChevron3"/>
    <dgm:cxn modelId="{E191ADB3-48DE-4471-9D7B-B06436C72291}" type="presParOf" srcId="{CDD65885-70A5-408A-AD16-60B5296FD84F}" destId="{3B3B9CF9-ACCC-4AAF-B159-A5ECCE9F91FA}" srcOrd="0" destOrd="0" presId="urn:microsoft.com/office/officeart/2005/8/layout/hChevron3"/>
    <dgm:cxn modelId="{F6ECF3E2-766C-40B1-9FEF-D2B9A3751F52}" type="presParOf" srcId="{CDD65885-70A5-408A-AD16-60B5296FD84F}" destId="{5EA737B2-FAEA-4E29-B7AB-D4AF56C6722A}" srcOrd="1" destOrd="0" presId="urn:microsoft.com/office/officeart/2005/8/layout/hChevron3"/>
    <dgm:cxn modelId="{5F4A39DD-EE71-415A-B0B3-627A8BABEDC4}" type="presParOf" srcId="{CDD65885-70A5-408A-AD16-60B5296FD84F}" destId="{927287C2-A3D7-40DA-9CC5-879018D16C6C}" srcOrd="2" destOrd="0" presId="urn:microsoft.com/office/officeart/2005/8/layout/hChevron3"/>
    <dgm:cxn modelId="{4E7C4957-7013-4E83-83C2-B10253353E78}" type="presParOf" srcId="{CDD65885-70A5-408A-AD16-60B5296FD84F}" destId="{D7399875-5945-4082-A56B-0967B2FF1CAA}" srcOrd="3" destOrd="0" presId="urn:microsoft.com/office/officeart/2005/8/layout/hChevron3"/>
    <dgm:cxn modelId="{FB86EB6A-5434-47EA-AB12-3A0CDAB33EE4}" type="presParOf" srcId="{CDD65885-70A5-408A-AD16-60B5296FD84F}" destId="{0FFC9F85-D342-4563-A0C2-89C6B83FD375}" srcOrd="4" destOrd="0" presId="urn:microsoft.com/office/officeart/2005/8/layout/hChevron3"/>
    <dgm:cxn modelId="{78C80DD3-464A-4A52-99A1-54586C54E2F3}" type="presParOf" srcId="{CDD65885-70A5-408A-AD16-60B5296FD84F}" destId="{00AD2CC1-E211-4CFF-A9B2-67FC64D14459}" srcOrd="5" destOrd="0" presId="urn:microsoft.com/office/officeart/2005/8/layout/hChevron3"/>
    <dgm:cxn modelId="{6ACBF150-7D73-4DED-A989-4E37B02A320F}" type="presParOf" srcId="{CDD65885-70A5-408A-AD16-60B5296FD84F}" destId="{903FC15E-8A12-4ACF-90BF-441209C11D87}" srcOrd="6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AF38FA-668C-42FF-833B-8125D0660C5A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2DEB5-04B2-43B0-AE1F-484092092F8C}">
      <dgm:prSet phldrT="[Text]" phldr="0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086CFFA7-5016-4BB1-BF31-ADB78F91B03E}" type="parTrans" cxnId="{CFE9B22D-431F-42D5-A9DD-A34070B50E6D}">
      <dgm:prSet/>
      <dgm:spPr/>
      <dgm:t>
        <a:bodyPr/>
        <a:lstStyle/>
        <a:p>
          <a:endParaRPr lang="en-US"/>
        </a:p>
      </dgm:t>
    </dgm:pt>
    <dgm:pt modelId="{98B402DD-A062-43D3-B135-4A9AE401840E}" type="sibTrans" cxnId="{CFE9B22D-431F-42D5-A9DD-A34070B50E6D}">
      <dgm:prSet/>
      <dgm:spPr/>
      <dgm:t>
        <a:bodyPr/>
        <a:lstStyle/>
        <a:p>
          <a:endParaRPr lang="en-US"/>
        </a:p>
      </dgm:t>
    </dgm:pt>
    <dgm:pt modelId="{3F8A6D25-EC33-4E79-9F36-36771A974919}">
      <dgm:prSet phldrT="[Text]" phldr="0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gm:spPr>
      <dgm:t>
        <a:bodyPr spcFirstLastPara="0" vert="horz" wrap="square" lIns="261366" tIns="130683" rIns="65342" bIns="130683" numCol="1" spcCol="1270" anchor="ctr" anchorCtr="0"/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prstClr val="white"/>
            </a:solidFill>
            <a:latin typeface="Century Gothic" panose="020B0502020202020204"/>
            <a:ea typeface="+mn-ea"/>
            <a:cs typeface="+mn-cs"/>
          </a:endParaRPr>
        </a:p>
      </dgm:t>
    </dgm:pt>
    <dgm:pt modelId="{2214299D-707F-429C-A23D-9EE2F39CF74A}" type="parTrans" cxnId="{0C42CAF2-971C-4068-B645-A373CE11E869}">
      <dgm:prSet/>
      <dgm:spPr/>
      <dgm:t>
        <a:bodyPr/>
        <a:lstStyle/>
        <a:p>
          <a:endParaRPr lang="en-US"/>
        </a:p>
      </dgm:t>
    </dgm:pt>
    <dgm:pt modelId="{F5C31149-F876-40A6-9FD4-9FC1A73D7103}" type="sibTrans" cxnId="{0C42CAF2-971C-4068-B645-A373CE11E869}">
      <dgm:prSet/>
      <dgm:spPr/>
      <dgm:t>
        <a:bodyPr/>
        <a:lstStyle/>
        <a:p>
          <a:endParaRPr lang="en-US"/>
        </a:p>
      </dgm:t>
    </dgm:pt>
    <dgm:pt modelId="{2A8D39A9-50C8-4D4F-B033-79DECE006E66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 dirty="0"/>
        </a:p>
      </dgm:t>
    </dgm:pt>
    <dgm:pt modelId="{315C08A7-84C9-4B75-B41E-C170BAF53261}" type="parTrans" cxnId="{2667F885-9801-44B0-94AB-28C9292F3E74}">
      <dgm:prSet/>
      <dgm:spPr/>
      <dgm:t>
        <a:bodyPr/>
        <a:lstStyle/>
        <a:p>
          <a:endParaRPr lang="en-US"/>
        </a:p>
      </dgm:t>
    </dgm:pt>
    <dgm:pt modelId="{55984B9E-0D3F-4FAD-8385-14CE83ECD63D}" type="sibTrans" cxnId="{2667F885-9801-44B0-94AB-28C9292F3E74}">
      <dgm:prSet/>
      <dgm:spPr/>
      <dgm:t>
        <a:bodyPr/>
        <a:lstStyle/>
        <a:p>
          <a:endParaRPr lang="en-US"/>
        </a:p>
      </dgm:t>
    </dgm:pt>
    <dgm:pt modelId="{6D71B52B-3920-4F69-82CF-D2F6B276680D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 dirty="0"/>
        </a:p>
      </dgm:t>
    </dgm:pt>
    <dgm:pt modelId="{D523D338-016A-4C79-9BD8-F4C65FDC3E4A}" type="parTrans" cxnId="{92E5502B-D54D-4966-9E24-506A6D560BD2}">
      <dgm:prSet/>
      <dgm:spPr/>
      <dgm:t>
        <a:bodyPr/>
        <a:lstStyle/>
        <a:p>
          <a:endParaRPr lang="en-US"/>
        </a:p>
      </dgm:t>
    </dgm:pt>
    <dgm:pt modelId="{CD4D0C60-FE61-48F8-A8F6-566EF2190D5C}" type="sibTrans" cxnId="{92E5502B-D54D-4966-9E24-506A6D560BD2}">
      <dgm:prSet/>
      <dgm:spPr/>
      <dgm:t>
        <a:bodyPr/>
        <a:lstStyle/>
        <a:p>
          <a:endParaRPr lang="en-US"/>
        </a:p>
      </dgm:t>
    </dgm:pt>
    <dgm:pt modelId="{CDD65885-70A5-408A-AD16-60B5296FD84F}" type="pres">
      <dgm:prSet presAssocID="{1BAF38FA-668C-42FF-833B-8125D0660C5A}" presName="Name0" presStyleCnt="0">
        <dgm:presLayoutVars>
          <dgm:dir/>
          <dgm:resizeHandles val="exact"/>
        </dgm:presLayoutVars>
      </dgm:prSet>
      <dgm:spPr/>
    </dgm:pt>
    <dgm:pt modelId="{3B3B9CF9-ACCC-4AAF-B159-A5ECCE9F91FA}" type="pres">
      <dgm:prSet presAssocID="{02F2DEB5-04B2-43B0-AE1F-484092092F8C}" presName="parTxOnly" presStyleLbl="node1" presStyleIdx="0" presStyleCnt="4">
        <dgm:presLayoutVars>
          <dgm:bulletEnabled val="1"/>
        </dgm:presLayoutVars>
      </dgm:prSet>
      <dgm:spPr/>
    </dgm:pt>
    <dgm:pt modelId="{5EA737B2-FAEA-4E29-B7AB-D4AF56C6722A}" type="pres">
      <dgm:prSet presAssocID="{98B402DD-A062-43D3-B135-4A9AE401840E}" presName="parSpace" presStyleCnt="0"/>
      <dgm:spPr/>
    </dgm:pt>
    <dgm:pt modelId="{927287C2-A3D7-40DA-9CC5-879018D16C6C}" type="pres">
      <dgm:prSet presAssocID="{3F8A6D25-EC33-4E79-9F36-36771A974919}" presName="parTxOnly" presStyleLbl="node1" presStyleIdx="1" presStyleCnt="4">
        <dgm:presLayoutVars>
          <dgm:bulletEnabled val="1"/>
        </dgm:presLayoutVars>
      </dgm:prSet>
      <dgm:spPr>
        <a:xfrm>
          <a:off x="1913731" y="226207"/>
          <a:ext cx="2389187" cy="955675"/>
        </a:xfrm>
        <a:prstGeom prst="chevron">
          <a:avLst/>
        </a:prstGeom>
      </dgm:spPr>
    </dgm:pt>
    <dgm:pt modelId="{D7399875-5945-4082-A56B-0967B2FF1CAA}" type="pres">
      <dgm:prSet presAssocID="{F5C31149-F876-40A6-9FD4-9FC1A73D7103}" presName="parSpace" presStyleCnt="0"/>
      <dgm:spPr/>
    </dgm:pt>
    <dgm:pt modelId="{0FFC9F85-D342-4563-A0C2-89C6B83FD375}" type="pres">
      <dgm:prSet presAssocID="{2A8D39A9-50C8-4D4F-B033-79DECE006E66}" presName="parTxOnly" presStyleLbl="node1" presStyleIdx="2" presStyleCnt="4">
        <dgm:presLayoutVars>
          <dgm:bulletEnabled val="1"/>
        </dgm:presLayoutVars>
      </dgm:prSet>
      <dgm:spPr/>
    </dgm:pt>
    <dgm:pt modelId="{00AD2CC1-E211-4CFF-A9B2-67FC64D14459}" type="pres">
      <dgm:prSet presAssocID="{55984B9E-0D3F-4FAD-8385-14CE83ECD63D}" presName="parSpace" presStyleCnt="0"/>
      <dgm:spPr/>
    </dgm:pt>
    <dgm:pt modelId="{903FC15E-8A12-4ACF-90BF-441209C11D87}" type="pres">
      <dgm:prSet presAssocID="{6D71B52B-3920-4F69-82CF-D2F6B276680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47BB41C-FC86-4550-A2CB-D58B80B9751F}" type="presOf" srcId="{2A8D39A9-50C8-4D4F-B033-79DECE006E66}" destId="{0FFC9F85-D342-4563-A0C2-89C6B83FD375}" srcOrd="0" destOrd="0" presId="urn:microsoft.com/office/officeart/2005/8/layout/hChevron3"/>
    <dgm:cxn modelId="{92E5502B-D54D-4966-9E24-506A6D560BD2}" srcId="{1BAF38FA-668C-42FF-833B-8125D0660C5A}" destId="{6D71B52B-3920-4F69-82CF-D2F6B276680D}" srcOrd="3" destOrd="0" parTransId="{D523D338-016A-4C79-9BD8-F4C65FDC3E4A}" sibTransId="{CD4D0C60-FE61-48F8-A8F6-566EF2190D5C}"/>
    <dgm:cxn modelId="{CFE9B22D-431F-42D5-A9DD-A34070B50E6D}" srcId="{1BAF38FA-668C-42FF-833B-8125D0660C5A}" destId="{02F2DEB5-04B2-43B0-AE1F-484092092F8C}" srcOrd="0" destOrd="0" parTransId="{086CFFA7-5016-4BB1-BF31-ADB78F91B03E}" sibTransId="{98B402DD-A062-43D3-B135-4A9AE401840E}"/>
    <dgm:cxn modelId="{7E7A1337-859F-4F61-9A78-82F7E8764017}" type="presOf" srcId="{3F8A6D25-EC33-4E79-9F36-36771A974919}" destId="{927287C2-A3D7-40DA-9CC5-879018D16C6C}" srcOrd="0" destOrd="0" presId="urn:microsoft.com/office/officeart/2005/8/layout/hChevron3"/>
    <dgm:cxn modelId="{C8B7E64E-D047-4A1C-842A-C4653D06E0DB}" type="presOf" srcId="{1BAF38FA-668C-42FF-833B-8125D0660C5A}" destId="{CDD65885-70A5-408A-AD16-60B5296FD84F}" srcOrd="0" destOrd="0" presId="urn:microsoft.com/office/officeart/2005/8/layout/hChevron3"/>
    <dgm:cxn modelId="{69FDE357-9944-440F-9DEB-FDD0AD8A9BFE}" type="presOf" srcId="{6D71B52B-3920-4F69-82CF-D2F6B276680D}" destId="{903FC15E-8A12-4ACF-90BF-441209C11D87}" srcOrd="0" destOrd="0" presId="urn:microsoft.com/office/officeart/2005/8/layout/hChevron3"/>
    <dgm:cxn modelId="{2667F885-9801-44B0-94AB-28C9292F3E74}" srcId="{1BAF38FA-668C-42FF-833B-8125D0660C5A}" destId="{2A8D39A9-50C8-4D4F-B033-79DECE006E66}" srcOrd="2" destOrd="0" parTransId="{315C08A7-84C9-4B75-B41E-C170BAF53261}" sibTransId="{55984B9E-0D3F-4FAD-8385-14CE83ECD63D}"/>
    <dgm:cxn modelId="{0C42CAF2-971C-4068-B645-A373CE11E869}" srcId="{1BAF38FA-668C-42FF-833B-8125D0660C5A}" destId="{3F8A6D25-EC33-4E79-9F36-36771A974919}" srcOrd="1" destOrd="0" parTransId="{2214299D-707F-429C-A23D-9EE2F39CF74A}" sibTransId="{F5C31149-F876-40A6-9FD4-9FC1A73D7103}"/>
    <dgm:cxn modelId="{3020AFFF-29FB-4253-9067-BC7D344E83A9}" type="presOf" srcId="{02F2DEB5-04B2-43B0-AE1F-484092092F8C}" destId="{3B3B9CF9-ACCC-4AAF-B159-A5ECCE9F91FA}" srcOrd="0" destOrd="0" presId="urn:microsoft.com/office/officeart/2005/8/layout/hChevron3"/>
    <dgm:cxn modelId="{E191ADB3-48DE-4471-9D7B-B06436C72291}" type="presParOf" srcId="{CDD65885-70A5-408A-AD16-60B5296FD84F}" destId="{3B3B9CF9-ACCC-4AAF-B159-A5ECCE9F91FA}" srcOrd="0" destOrd="0" presId="urn:microsoft.com/office/officeart/2005/8/layout/hChevron3"/>
    <dgm:cxn modelId="{F6ECF3E2-766C-40B1-9FEF-D2B9A3751F52}" type="presParOf" srcId="{CDD65885-70A5-408A-AD16-60B5296FD84F}" destId="{5EA737B2-FAEA-4E29-B7AB-D4AF56C6722A}" srcOrd="1" destOrd="0" presId="urn:microsoft.com/office/officeart/2005/8/layout/hChevron3"/>
    <dgm:cxn modelId="{5F4A39DD-EE71-415A-B0B3-627A8BABEDC4}" type="presParOf" srcId="{CDD65885-70A5-408A-AD16-60B5296FD84F}" destId="{927287C2-A3D7-40DA-9CC5-879018D16C6C}" srcOrd="2" destOrd="0" presId="urn:microsoft.com/office/officeart/2005/8/layout/hChevron3"/>
    <dgm:cxn modelId="{4E7C4957-7013-4E83-83C2-B10253353E78}" type="presParOf" srcId="{CDD65885-70A5-408A-AD16-60B5296FD84F}" destId="{D7399875-5945-4082-A56B-0967B2FF1CAA}" srcOrd="3" destOrd="0" presId="urn:microsoft.com/office/officeart/2005/8/layout/hChevron3"/>
    <dgm:cxn modelId="{FB86EB6A-5434-47EA-AB12-3A0CDAB33EE4}" type="presParOf" srcId="{CDD65885-70A5-408A-AD16-60B5296FD84F}" destId="{0FFC9F85-D342-4563-A0C2-89C6B83FD375}" srcOrd="4" destOrd="0" presId="urn:microsoft.com/office/officeart/2005/8/layout/hChevron3"/>
    <dgm:cxn modelId="{78C80DD3-464A-4A52-99A1-54586C54E2F3}" type="presParOf" srcId="{CDD65885-70A5-408A-AD16-60B5296FD84F}" destId="{00AD2CC1-E211-4CFF-A9B2-67FC64D14459}" srcOrd="5" destOrd="0" presId="urn:microsoft.com/office/officeart/2005/8/layout/hChevron3"/>
    <dgm:cxn modelId="{6ACBF150-7D73-4DED-A989-4E37B02A320F}" type="presParOf" srcId="{CDD65885-70A5-408A-AD16-60B5296FD84F}" destId="{903FC15E-8A12-4ACF-90BF-441209C11D87}" srcOrd="6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9CF9-ACCC-4AAF-B159-A5ECCE9F91FA}">
      <dsp:nvSpPr>
        <dsp:cNvPr id="0" name=""/>
        <dsp:cNvSpPr/>
      </dsp:nvSpPr>
      <dsp:spPr>
        <a:xfrm>
          <a:off x="3218" y="431693"/>
          <a:ext cx="3229188" cy="129167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rgbClr val="00B050"/>
              </a:solidFill>
              <a:effectLst/>
            </a:rPr>
            <a:t>React Foundations</a:t>
          </a:r>
          <a:endParaRPr lang="en-US" sz="3200" b="1" kern="1200" dirty="0">
            <a:solidFill>
              <a:srgbClr val="00B050"/>
            </a:solidFill>
            <a:effectLst/>
          </a:endParaRPr>
        </a:p>
      </dsp:txBody>
      <dsp:txXfrm>
        <a:off x="3218" y="431693"/>
        <a:ext cx="2906269" cy="1291675"/>
      </dsp:txXfrm>
    </dsp:sp>
    <dsp:sp modelId="{927287C2-A3D7-40DA-9CC5-879018D16C6C}">
      <dsp:nvSpPr>
        <dsp:cNvPr id="0" name=""/>
        <dsp:cNvSpPr/>
      </dsp:nvSpPr>
      <dsp:spPr>
        <a:xfrm>
          <a:off x="2586569" y="431693"/>
          <a:ext cx="3229188" cy="1291675"/>
        </a:xfrm>
        <a:prstGeom prst="chevron">
          <a:avLst/>
        </a:prstGeom>
        <a:gradFill rotWithShape="0">
          <a:gsLst>
            <a:gs pos="0">
              <a:srgbClr val="ACD433">
                <a:hueOff val="0"/>
                <a:satOff val="0"/>
                <a:lumOff val="0"/>
                <a:alphaOff val="0"/>
                <a:tint val="98000"/>
                <a:lumMod val="114000"/>
              </a:srgbClr>
            </a:gs>
            <a:gs pos="100000">
              <a:srgbClr val="ACD433">
                <a:hueOff val="0"/>
                <a:satOff val="0"/>
                <a:lumOff val="0"/>
                <a:alphaOff val="0"/>
                <a:shade val="90000"/>
                <a:lumMod val="84000"/>
              </a:srgb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rgbClr val="00B050"/>
              </a:solidFill>
              <a:effectLst/>
              <a:latin typeface="Century Gothic" panose="020B0502020202020204"/>
              <a:ea typeface="+mn-ea"/>
              <a:cs typeface="+mn-cs"/>
            </a:rPr>
            <a:t>App Router</a:t>
          </a:r>
          <a:endParaRPr lang="en-US" sz="3200" b="1" kern="1200" dirty="0">
            <a:solidFill>
              <a:srgbClr val="00B050"/>
            </a:solidFill>
            <a:effectLst/>
            <a:latin typeface="Century Gothic" panose="020B0502020202020204"/>
            <a:ea typeface="+mn-ea"/>
            <a:cs typeface="+mn-cs"/>
          </a:endParaRPr>
        </a:p>
      </dsp:txBody>
      <dsp:txXfrm>
        <a:off x="3232407" y="431693"/>
        <a:ext cx="1937513" cy="1291675"/>
      </dsp:txXfrm>
    </dsp:sp>
    <dsp:sp modelId="{0FFC9F85-D342-4563-A0C2-89C6B83FD375}">
      <dsp:nvSpPr>
        <dsp:cNvPr id="0" name=""/>
        <dsp:cNvSpPr/>
      </dsp:nvSpPr>
      <dsp:spPr>
        <a:xfrm>
          <a:off x="5169919" y="431693"/>
          <a:ext cx="3229188" cy="1291675"/>
        </a:xfrm>
        <a:prstGeom prst="chevron">
          <a:avLst/>
        </a:prstGeom>
        <a:solidFill>
          <a:schemeClr val="tx1">
            <a:lumMod val="8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rgbClr val="00B050"/>
              </a:solidFill>
              <a:effectLst/>
            </a:rPr>
            <a:t>Pages Router</a:t>
          </a:r>
          <a:endParaRPr lang="en-US" sz="3200" b="1" kern="1200" dirty="0">
            <a:solidFill>
              <a:srgbClr val="00B050"/>
            </a:solidFill>
            <a:effectLst/>
          </a:endParaRPr>
        </a:p>
      </dsp:txBody>
      <dsp:txXfrm>
        <a:off x="5815757" y="431693"/>
        <a:ext cx="1937513" cy="1291675"/>
      </dsp:txXfrm>
    </dsp:sp>
    <dsp:sp modelId="{903FC15E-8A12-4ACF-90BF-441209C11D87}">
      <dsp:nvSpPr>
        <dsp:cNvPr id="0" name=""/>
        <dsp:cNvSpPr/>
      </dsp:nvSpPr>
      <dsp:spPr>
        <a:xfrm>
          <a:off x="7753270" y="431693"/>
          <a:ext cx="3229188" cy="1291675"/>
        </a:xfrm>
        <a:prstGeom prst="chevron">
          <a:avLst/>
        </a:prstGeom>
        <a:solidFill>
          <a:schemeClr val="tx1">
            <a:lumMod val="8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00B050"/>
              </a:solidFill>
              <a:effectLst/>
            </a:rPr>
            <a:t>SEO</a:t>
          </a:r>
        </a:p>
      </dsp:txBody>
      <dsp:txXfrm>
        <a:off x="8399108" y="431693"/>
        <a:ext cx="1937513" cy="129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9CF9-ACCC-4AAF-B159-A5ECCE9F91FA}">
      <dsp:nvSpPr>
        <dsp:cNvPr id="0" name=""/>
        <dsp:cNvSpPr/>
      </dsp:nvSpPr>
      <dsp:spPr>
        <a:xfrm>
          <a:off x="2381" y="226207"/>
          <a:ext cx="2389187" cy="9556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/>
        </a:p>
      </dsp:txBody>
      <dsp:txXfrm>
        <a:off x="2381" y="226207"/>
        <a:ext cx="2150268" cy="955675"/>
      </dsp:txXfrm>
    </dsp:sp>
    <dsp:sp modelId="{927287C2-A3D7-40DA-9CC5-879018D16C6C}">
      <dsp:nvSpPr>
        <dsp:cNvPr id="0" name=""/>
        <dsp:cNvSpPr/>
      </dsp:nvSpPr>
      <dsp:spPr>
        <a:xfrm>
          <a:off x="1913731" y="226207"/>
          <a:ext cx="2389187" cy="955675"/>
        </a:xfrm>
        <a:prstGeom prst="chevron">
          <a:avLst/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prstClr val="white"/>
            </a:solidFill>
            <a:latin typeface="Century Gothic" panose="020B0502020202020204"/>
            <a:ea typeface="+mn-ea"/>
            <a:cs typeface="+mn-cs"/>
          </a:endParaRPr>
        </a:p>
      </dsp:txBody>
      <dsp:txXfrm>
        <a:off x="2391569" y="226207"/>
        <a:ext cx="1433512" cy="955675"/>
      </dsp:txXfrm>
    </dsp:sp>
    <dsp:sp modelId="{0FFC9F85-D342-4563-A0C2-89C6B83FD375}">
      <dsp:nvSpPr>
        <dsp:cNvPr id="0" name=""/>
        <dsp:cNvSpPr/>
      </dsp:nvSpPr>
      <dsp:spPr>
        <a:xfrm>
          <a:off x="382508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4302919" y="226207"/>
        <a:ext cx="1433512" cy="955675"/>
      </dsp:txXfrm>
    </dsp:sp>
    <dsp:sp modelId="{903FC15E-8A12-4ACF-90BF-441209C11D87}">
      <dsp:nvSpPr>
        <dsp:cNvPr id="0" name=""/>
        <dsp:cNvSpPr/>
      </dsp:nvSpPr>
      <dsp:spPr>
        <a:xfrm>
          <a:off x="57364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6214269" y="226207"/>
        <a:ext cx="1433512" cy="955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9CF9-ACCC-4AAF-B159-A5ECCE9F91FA}">
      <dsp:nvSpPr>
        <dsp:cNvPr id="0" name=""/>
        <dsp:cNvSpPr/>
      </dsp:nvSpPr>
      <dsp:spPr>
        <a:xfrm>
          <a:off x="2381" y="226207"/>
          <a:ext cx="2389187" cy="9556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/>
        </a:p>
      </dsp:txBody>
      <dsp:txXfrm>
        <a:off x="2381" y="226207"/>
        <a:ext cx="2150268" cy="955675"/>
      </dsp:txXfrm>
    </dsp:sp>
    <dsp:sp modelId="{927287C2-A3D7-40DA-9CC5-879018D16C6C}">
      <dsp:nvSpPr>
        <dsp:cNvPr id="0" name=""/>
        <dsp:cNvSpPr/>
      </dsp:nvSpPr>
      <dsp:spPr>
        <a:xfrm>
          <a:off x="1913731" y="226207"/>
          <a:ext cx="2389187" cy="955675"/>
        </a:xfrm>
        <a:prstGeom prst="chevron">
          <a:avLst/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prstClr val="white"/>
            </a:solidFill>
            <a:latin typeface="Century Gothic" panose="020B0502020202020204"/>
            <a:ea typeface="+mn-ea"/>
            <a:cs typeface="+mn-cs"/>
          </a:endParaRPr>
        </a:p>
      </dsp:txBody>
      <dsp:txXfrm>
        <a:off x="2391569" y="226207"/>
        <a:ext cx="1433512" cy="955675"/>
      </dsp:txXfrm>
    </dsp:sp>
    <dsp:sp modelId="{0FFC9F85-D342-4563-A0C2-89C6B83FD375}">
      <dsp:nvSpPr>
        <dsp:cNvPr id="0" name=""/>
        <dsp:cNvSpPr/>
      </dsp:nvSpPr>
      <dsp:spPr>
        <a:xfrm>
          <a:off x="382508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4302919" y="226207"/>
        <a:ext cx="1433512" cy="955675"/>
      </dsp:txXfrm>
    </dsp:sp>
    <dsp:sp modelId="{903FC15E-8A12-4ACF-90BF-441209C11D87}">
      <dsp:nvSpPr>
        <dsp:cNvPr id="0" name=""/>
        <dsp:cNvSpPr/>
      </dsp:nvSpPr>
      <dsp:spPr>
        <a:xfrm>
          <a:off x="57364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6214269" y="226207"/>
        <a:ext cx="1433512" cy="955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8CC6-7D3F-C82D-08BB-257E1726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572F4-45F4-4F0C-A907-F66F9F45F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32C0F-3BC8-A2C4-923F-21A40D4B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777F-EDBD-F861-6C41-FA5068984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11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FF35-9CC1-662F-C04B-06BB8FB9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D8448-A4E1-7CD9-3902-0B9A90D73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4DDA-3136-DAF9-BE11-BD505F7AD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28D75-8D16-2FB4-3901-EE3D079B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888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8BF3-7D55-946D-2A38-6FA62022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80E88-DA87-84B0-427A-52DF4360B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F4067-426D-9A2F-3106-E19C968F0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50E66-3458-C586-C359-A1BB8D086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52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0E6B-5336-9EE4-FD58-79070128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02AAC-169C-67F7-F3B5-82E749D93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B978D-1809-DB72-3387-43F038176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94F55-A3B3-A2D5-68D9-7E2A15D86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90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86A-5926-5EC1-FFCA-98C8843C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D1AFB-06B3-DB71-7E5F-B1AB111CF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2ACEE-C7E0-67AE-EE2D-ABDC604D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6565A-7C7D-4162-BE31-CBE1309BF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86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0849E-B1BA-0107-D5B3-6DF7B482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F3647-769E-3071-C083-2E350E7AC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CCD18-911A-21E0-D56A-0E60ABA5D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F6288-23A1-27B7-436D-538348C96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365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A7EE-D0A6-BD4F-410D-737FD78B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291A0-879E-C87D-A7B2-194A340B6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55FF7-E698-EC62-7490-BE85F3BD8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195AF-9DE0-0859-7026-F2A97C856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4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963F9-5CF1-3D74-54E5-471012AE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D74FA-6716-2430-F6BC-D8B739EC1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10324-A241-A048-CE1C-FCD0A91AA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ABF4-42BF-DA2B-CF6A-DEFC72070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820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CECB-EE5E-4C5E-356C-93412FB7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8C4EB-7779-3CBA-6245-05724FB09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3C1DD-B6F8-96AF-D2FC-0D7A8C9B7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4713C-0503-5D9A-F798-717059840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32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DBF1-5110-F0EB-0F9D-210E2AAA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47C3C-5CFC-0880-7D78-F8C22BB48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BDDDD-C635-FF1D-1D25-526B3D9EE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539B-0BAA-2C03-1C24-46DCC02A4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792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9B7C-16FD-4238-95AA-78ED20F8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06064-BE4E-9382-071B-6B673AE97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DD57D-532E-C53A-AE10-10C8CE27E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4D50B-EDB1-5D0F-C3D3-4699A93BA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02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9164-3F7F-00DA-6ED2-B5D3734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40251-4F23-226F-6B58-E3804150D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F0FFC-B77D-7699-EAD2-E2D91D9DD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9631-241E-39A0-1AD0-7F7FD33B0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03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D91E-C0EF-A2F0-9060-CB9F5B3D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3AC52-3F84-FF5F-028B-BA0566AF3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B30CD-FA2C-F018-23F4-A8F1E3CD1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BB71A-6D04-119F-09C2-E1893335D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37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608A-0FD8-F169-EDBF-12A2B8A1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914FB-811F-A7D2-7D9D-95212C83A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1AED8-C368-E2DE-BC6C-003F2D70F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7DE4A-4490-028E-2A8D-B54E00864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1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3EC1E-6479-D6BF-3DC4-6460B54E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56E63-F2FA-2E82-7C3A-F4A9D63EB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64853-D05D-34FC-46EF-2FFF2C36E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552A7-86C0-9463-5CD9-CEA4EFD2A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342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8732-58D5-97DF-3BDD-38DED972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8E8E1-C66F-1FD0-E6B3-ED12F3C07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4F0A9-8C93-9C1C-6C4B-9D79AF196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2A1B-C342-71A2-5079-DCCBF169D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71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829B-D889-C86B-016E-113485F6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93E3E-79AC-5F54-17D4-5A1663E45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F0DFD-6449-9795-8297-34FC4787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449DD-E8AB-7FD4-352A-4D1EBCFBA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13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53A1-FAAE-E9FC-3B55-76919803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13587-F61F-1F04-7F48-0EE433BBF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18B6F-EBBA-F6DC-2320-E82F2C4EE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35B2C-D5E7-AC0F-5065-10D7B67F0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91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7ED9-5259-E7D8-5CCB-73E688C75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38509-6FD0-6EDE-1310-982E3A264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8A14B-DBEA-66D8-2E41-D7E24C697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41151-D8F2-1AA9-1B6A-F657178F7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7666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62A4-E680-094F-901D-068EED7E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FF39B-47CC-D4B6-7781-91B119D2D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93FE5-9F67-F7AF-5155-391290CD6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63DC9-4FB2-5FA1-A18D-6BB63BE3C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075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5A04-B7C5-EBD9-E9BD-85088387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6AB1C-5242-EF09-564E-AD218186F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A2767-9CF8-D277-EEE2-2A8570B9E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14E54-2845-C050-455D-91F0A4B2F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674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7552-903D-B761-571D-AF986FD0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26D41-8EAF-C32C-6E85-E6FB91A24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6C4E0-C673-1381-DE91-066B6BA5D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1D7F-4A11-FE76-6ACC-7079F2E8B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06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F40B-8444-26B9-B15D-EF77B5064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AAC7D-E3BE-8556-5090-D7DDBFC99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EFCFF-E178-9DEE-7F9D-9A0A27F1D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3F6C3-7A4A-AD1F-8C6F-774508115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44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DB64E-0B4F-4D6E-7BA0-A1165FC9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9937D-FE9F-3A1C-9B8B-2D7C854EF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ECBF0-206F-27D3-F6E1-0C2480F14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34115-59EA-53F2-497B-8D031ABEA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10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A6C8-1DE9-4C52-1648-3E86E8A7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054A2-CA58-BF01-50BD-FCD705B6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D9BE9-AECA-A540-A654-8B69B4C29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354D2-1435-590E-4A4F-D4ACA43DA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00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4DDC-2D62-AC31-3C1D-64CC7B9C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8D87D-0AEC-D2E8-5509-69B4964E8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5B571-94A1-6270-2400-2F6714AB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7CF1-60EF-E74D-3DDC-F34F2B3CB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341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9180-0175-4D15-6467-A4DE7EC1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FC1CF-B10F-B376-3882-9B5C85BE6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F91D5-8828-2782-D302-3F0F0B27A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33F85-0FF2-5CFE-5C98-568721BD0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891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FDF8-FDC1-AB3B-64B4-540FC69A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75A9E-D165-43BA-9BEB-17FD35454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0F86C-6140-6050-D874-421EE0A4F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FD53F-F946-B5F5-6182-A49B6095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769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8BC2-773A-34E9-9423-4678DBE1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C4A0A-B23D-F288-4AFC-3FDD43CCE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4615D-454D-C314-04F2-4A3C9924B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A13E5-5F72-370F-BD6D-ADA333BA5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99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95A6-34B3-72E6-C53D-501C2131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1E459-51EF-4885-07BB-6A9750DEB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E8B30-936F-10ED-0C5D-89AF529E1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A0C2B-9D82-6828-DC91-25ADB8E1D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239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1A58-392E-0E4A-296C-819C07DD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37E1E-F609-7529-7711-B1A839162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47A2F-B210-EE79-61BA-347D838B2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20E54-4CA7-86F1-6E9F-FB0FDE747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093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513C-6DB3-C1F1-9C16-2FD4BB82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66D04-4662-47AF-6818-B070B0112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115DE-5E55-B323-E02D-A9C33FEF7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92478-52B8-AE86-3E03-0236C2DBA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792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4E41-BB3F-D151-73F4-DB3C8082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16DEF-70F9-B459-FAEA-CBB0F6671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ADBE7-23E0-B764-E27F-101DD4A3A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78A2F-9B3B-4413-BE49-6ED1C54B5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364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7D96-F91B-49F5-F655-7F171CC9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A5AF0-98D2-8641-9212-F95029AD0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49C13-318A-2ED4-F43B-8AE18B978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B06A0-D2FC-FEDB-9CE6-9E9C72B8A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186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1877-897B-6003-7132-27ECB4D7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C1C50-7DF3-FF27-B9B4-1AC57C271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A5AA3-C778-65B7-0B86-1DAC164E7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918F0-923B-1BD0-8B4F-CAF846B7D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453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18DC-1CD1-5C7D-8987-E3B18C15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E6089-91FD-B9F9-8BAA-5AEA85AC3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3B1B4-B683-54AF-EF54-651B60F3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98FD4-E936-79EC-3C7E-2E3E31FE3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829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8D50-BCB6-D989-CB8F-2F6993D6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58925-AFC0-45CA-300B-C8D0A4A36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35805-417E-5690-059F-FADB94ACC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DB59D-4A78-C20F-CE2B-214A7A848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157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64C4-4D91-EC6B-8C2C-667E080B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89510-4AE0-592E-BDC7-3BA5E1A24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386CF-6FFA-47A3-264B-212A33886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EC19A-6837-BAD7-00D2-9459D64C0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642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BC18-337C-FFED-59DA-92C1872C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51695-832F-8FFD-2070-124AA64BE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2A468-B7EC-F517-CD12-AB406150D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83EA-CDA5-F5ED-99BD-02A7204D3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008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5659-9A97-858E-9E6A-62598F40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D6B85-393C-D23C-9239-4271EC020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CEBB7-F1D6-1E31-FD01-3A299CC69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72AE8-CE7E-EE94-CA19-19ACC5E30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8571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04A2-5521-7952-E308-506DF975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0C7C8-B91A-64E1-6EEE-2807C494D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01E30-9E22-67EB-A633-B78AE1C27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4EA5A-BF7C-5406-E1C9-E44F43D4B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104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BB56-D9AD-1659-10D6-3D4CE458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127D2-E559-59BD-4CAB-0578AD37B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7473A-2AC9-7F0F-5526-B8739DA44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1C39C-C5BF-0920-96C5-29EAD84AF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690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BE1E-E730-1FEE-22AA-F60A1247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CD23D-C3FF-9F33-AC7F-8E18E1A3B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DEEC8-A2B1-8084-E066-143EF2760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2B582-5C02-F85A-6FA6-3D625AA9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825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3D0E6-EE1D-8E99-76A9-620B04E6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AA774-628C-9F4A-4FF1-28AFE8F1F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3CC0E-4BCE-819B-239E-2F9819458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5AC6C-C1B7-DD09-4987-77ACDDFBE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295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8A2A-441B-695A-09DC-C9E84685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947EF-7884-8C95-0744-45E4C2C8C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6AB3A-9A4F-EC62-0B7F-467B94C2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7F72F-8479-3947-004A-503D7D562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636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415A-69EB-FFFD-E8BC-6A179710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05173-3C94-D881-830D-29851FA30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1FA28-6D0A-6BED-3639-2FDCD8519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8D47-CFE4-80F3-A090-2C5F74F99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7644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7BD5-567B-41DD-3DB1-ECA4FDEF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EB477-3360-DA01-6F74-CA19F4354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3FAD0-700F-519B-5B4C-70638B398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44151-82C3-A6F9-2197-154A19447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408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C5E5-9550-254F-1259-AD800C4F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5188F-678A-20CC-D4C1-FA41350CF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B0BD2-38B8-5AEE-5DF1-5F2486161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DF459-DDA0-46E6-E3CE-50C8AF3A7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2596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44E0-E197-519E-E632-AACFF5CA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8BA80-03A9-2C63-8F00-D35E7A8B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F8EDD-AFC8-B6E7-B3D0-BA2AAAAB0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DBBB0-E8F1-480E-5722-67E99C5EB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8991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80AF-B512-5B0B-B69A-EE09681C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3E653-38F5-37E6-9529-20CA203E4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880D1-32B9-4AFA-D765-0961F44C1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D23FE-BE1F-6520-2214-BE1EB6D4F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8528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FF0C-B7CA-B6AD-DA60-AE9CB6C4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11581-4E67-BB9A-3D98-9FCA334BB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53356-81DA-5B68-04BD-03E12FFCF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AAC6-A9D3-07F2-EC0F-7146A0200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861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1E08-1B0B-404E-6783-889A9C5B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5C7F5-A1A8-FED2-2617-AEE4F0684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F8B90-A0DD-7C97-3F33-0EFA42F81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3B624-EA75-27F3-9C38-C007D76B8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731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86C0-C7AE-E1FF-E5AD-CABC3406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61CF-5CDC-45FC-C85D-7B73530FA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FDAF4-2401-5B75-4E18-A4B77EA6A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D1F0F-4F3C-2A07-E0BD-E0A17104A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3764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B59-F4D3-15D7-971F-4FA030DF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CC696-AF8C-804A-BB65-176A71646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24C2-10B1-8BA9-45B3-6DD0D60B6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82B41-2C73-AF5B-8586-DB702131D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899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9A68-D35D-58A1-D3E1-94E4B80C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17E96-103D-097E-289E-0ECDA073A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59FB6-0C51-0038-40C1-DDFAC4FD9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1684B-C044-E0A9-16C2-B18EC241F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99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1E5C-516F-091D-BF14-AF40302E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7367F-AF6A-D290-B204-9FEE165DB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08C80-9B9F-959E-8E6F-4FF9DF1A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A727C-59BA-8A90-D414-A1D6D932D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805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223B-3D2E-F61F-8E8D-A30C4C34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F90CC-6D7B-3693-604C-FFF13FBB6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648D1-5910-5A8E-D9A4-C3AF51F90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60A6E-DF75-1F99-FDFE-0804714A4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4894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F1B1-6D36-496C-34C5-1F80A2141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7DAE3-AF67-6992-768B-A564577F8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C0017-9259-DF76-98F4-908326A6C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35F0D-346E-0CC9-829E-E30F0E39B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125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C485-0AAD-7CFC-F623-A2FA31DD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9894D-F231-BA1F-EEBF-537BB70C4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2BADE-40B4-8777-CC2D-1E2689ADD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59FDB-23E4-00D9-9C0B-FF05C3D70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0964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ADE3-2916-640A-75DC-CC75311A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04F2E-0736-A1D5-5E00-892D096C6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9AF85-3F05-2B55-43E0-E53A7F159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CF420-893B-749E-2ED8-A383AC65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482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6B27-9706-7B32-F2D5-58B9D749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8DF36-6EDC-878B-803A-27AF6B224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742DF-DDB8-785B-9DC3-83D91CF0A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0E308-6AFE-80D3-D38D-15CA05661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3043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FEDB-8AAC-8E12-EAFC-0B779D68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25837-B8DF-49D6-5194-63CEE3A9C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7CBF2-F654-526D-CA26-EF3FC328C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BE819-F41A-4B80-9C5D-C379A4C47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929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14B9-A8EE-84D8-D242-7FBD513A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EFA38-5E97-4D08-5216-B7D0280A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69478-E9BE-A3F4-BD68-D32A5840C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97159-927C-41E2-5D0A-F8F5CBB4E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5131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0E23-20BC-EED0-C25F-BA66FF34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1E4B0-5126-1E8E-ACDB-92301D30F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B15C0-7AA5-5F2D-7537-E506A395C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B012B-2DA9-72F2-703E-CAE7E801E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0142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2301-1264-283F-7945-79B3DAEC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FBEA-3D78-F560-5D53-192D5CF9D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20A5C-C03D-75C3-582B-84C1352A0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A74A-FE19-59DF-B781-12F9CB937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8100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6C30-8F08-EB02-6C93-923720AB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8E1A2-07CA-7032-9412-32EA48758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D1FCD-C507-C697-6380-2846916E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54075-F112-F5A7-D204-1C1A63343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020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B3C0-384A-1812-DB54-5AB06980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F4478-8CC0-1C41-2363-0B876366E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C82A2-1BDF-CCA4-D4AA-5E45D49A2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AA402-802C-7AAD-269C-F83A180AC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79971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A640-8BD4-60BA-38CC-D2E6074B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922C2-39FE-500A-6EEB-32DC4F8F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F500F-1392-DF48-A33F-3C04B618E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A98A2-F600-E93A-ED9F-8A8B891AC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9149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C7126-4785-6F23-806A-94F4FA0E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150D2-105A-2F82-0ECB-F19BD7BEA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D1BEE-D27E-E195-D315-77C949C29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9FE7-EB62-CD28-CCC1-F88018C36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507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58EE-9F16-565C-5074-55CD7D9C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4ED33-2BA9-6CC1-6F71-B1599E260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23E64-76D7-AACB-7684-CF099B8CE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A1AE1-5887-CCE4-C29A-7D2369918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85560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FA0D-0222-ECB5-4EEC-A6F98D92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CA61-C078-B0F9-5D5C-538F58DF3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28CB7-DB05-40F8-BAD4-4098275D7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40C18-A1F7-9F81-2FAD-19698786A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1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8.png"/><Relationship Id="rId9" Type="http://schemas.microsoft.com/office/2007/relationships/diagramDrawing" Target="../diagrams/drawing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108.png"/><Relationship Id="rId5" Type="http://schemas.openxmlformats.org/officeDocument/2006/relationships/diagramData" Target="../diagrams/data2.xml"/><Relationship Id="rId10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microsoft.com/office/2007/relationships/diagramDrawing" Target="../diagrams/drawing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3.xml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108.png"/><Relationship Id="rId5" Type="http://schemas.openxmlformats.org/officeDocument/2006/relationships/diagramData" Target="../diagrams/data3.xml"/><Relationship Id="rId10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microsoft.com/office/2007/relationships/diagramDrawing" Target="../diagrams/draw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5393" y="1113088"/>
            <a:ext cx="5288198" cy="1188323"/>
          </a:xfrm>
        </p:spPr>
        <p:txBody>
          <a:bodyPr>
            <a:normAutofit fontScale="90000"/>
          </a:bodyPr>
          <a:lstStyle/>
          <a:p>
            <a:r>
              <a:rPr lang="en-US" dirty="0"/>
              <a:t>App Router</a:t>
            </a:r>
            <a:endParaRPr lang="ru-R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8E6312D-DAFA-5438-244C-D84A0E6006DA}"/>
              </a:ext>
            </a:extLst>
          </p:cNvPr>
          <p:cNvSpPr txBox="1">
            <a:spLocks/>
          </p:cNvSpPr>
          <p:nvPr/>
        </p:nvSpPr>
        <p:spPr>
          <a:xfrm>
            <a:off x="4843373" y="90652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740D6-86B0-C516-4D1C-E527FA274B72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0E94F8-4D19-7F67-011A-1A37910CA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065160" cy="3226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F1AE07-B321-49AB-46AC-71134238D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560889"/>
            <a:ext cx="8134753" cy="3628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6859" y="2042508"/>
            <a:ext cx="4897822" cy="1266497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Introduction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83A79B-4136-7356-9D20-63869C09FF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8948" y="5619964"/>
            <a:ext cx="2150828" cy="9886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1C15-014E-A0FF-65BC-6C140972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A59AD99-950D-555E-A1FF-F48A1223D7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4B6EF80-44AE-CBB6-E106-B68D5FEC1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5159" y="1398922"/>
            <a:ext cx="7011227" cy="788415"/>
          </a:xfrm>
        </p:spPr>
        <p:txBody>
          <a:bodyPr>
            <a:normAutofit lnSpcReduction="10000"/>
          </a:bodyPr>
          <a:lstStyle/>
          <a:p>
            <a:r>
              <a:rPr lang="en-US" altLang="zh-CN" sz="4800" b="1" dirty="0"/>
              <a:t>1. Getting Started</a:t>
            </a:r>
            <a:endParaRPr lang="en-US" sz="4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EE4F4E5-6CA5-F3AC-A077-FBB6AC88A6CD}"/>
              </a:ext>
            </a:extLst>
          </p:cNvPr>
          <p:cNvSpPr txBox="1">
            <a:spLocks/>
          </p:cNvSpPr>
          <p:nvPr/>
        </p:nvSpPr>
        <p:spPr>
          <a:xfrm>
            <a:off x="8570773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0B91F-5EDF-4DD4-3D99-59EDEEB7C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65160" cy="3226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00445A-227F-602E-C4EC-989B5130E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BA322D-1392-BB78-1864-C41469BC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1986" y="30293"/>
            <a:ext cx="4741596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10A20-E426-E955-9570-E22A7E2EE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31" y="2090603"/>
            <a:ext cx="8897420" cy="44139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5397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8C70-013E-E4B0-35AC-B37FDF95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303AF50B-B741-6B45-E1EA-64FFED3E28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14207A-E840-8E82-6644-D8AECCEA0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5159" y="1232245"/>
            <a:ext cx="7011227" cy="788415"/>
          </a:xfrm>
        </p:spPr>
        <p:txBody>
          <a:bodyPr>
            <a:normAutofit lnSpcReduction="10000"/>
          </a:bodyPr>
          <a:lstStyle/>
          <a:p>
            <a:r>
              <a:rPr lang="en-US" altLang="zh-CN" sz="4800" b="1" dirty="0"/>
              <a:t>2. CSS Styling</a:t>
            </a:r>
            <a:endParaRPr lang="en-US" sz="4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821D0EE-231E-E66E-3862-EEA8A7AB3567}"/>
              </a:ext>
            </a:extLst>
          </p:cNvPr>
          <p:cNvSpPr txBox="1">
            <a:spLocks/>
          </p:cNvSpPr>
          <p:nvPr/>
        </p:nvSpPr>
        <p:spPr>
          <a:xfrm>
            <a:off x="8570773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40BB6-8185-95AC-92A3-8179751E9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65160" cy="3226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7B7C93-BCED-F10C-E31D-56BDA9728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1986" y="30293"/>
            <a:ext cx="4741596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8B7B5-A8A7-DB73-DCAB-0B3D45EC4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704D4BF-320A-8C89-7582-602EC2A8D83E}"/>
              </a:ext>
            </a:extLst>
          </p:cNvPr>
          <p:cNvSpPr txBox="1">
            <a:spLocks/>
          </p:cNvSpPr>
          <p:nvPr/>
        </p:nvSpPr>
        <p:spPr>
          <a:xfrm>
            <a:off x="5065158" y="1867230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2.1 Globel Styles</a:t>
            </a:r>
            <a:endParaRPr lang="en-US" sz="3600" b="1" cap="non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FDF704-36C0-034F-B653-38B926449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51" y="2085204"/>
            <a:ext cx="8791735" cy="44697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2509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7F5D-112C-A5D1-4AD7-A119240C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39791686-926D-C9D9-D280-2FAD6B8DC2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339533F-7929-2E03-C687-75058A5A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5159" y="1232245"/>
            <a:ext cx="7011227" cy="788415"/>
          </a:xfrm>
        </p:spPr>
        <p:txBody>
          <a:bodyPr>
            <a:normAutofit lnSpcReduction="10000"/>
          </a:bodyPr>
          <a:lstStyle/>
          <a:p>
            <a:r>
              <a:rPr lang="en-US" altLang="zh-CN" sz="4800" b="1" dirty="0"/>
              <a:t>2. CSS Styling</a:t>
            </a:r>
            <a:endParaRPr lang="en-US" sz="4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CB51FE9-5463-78B5-81E6-CC41835F64C0}"/>
              </a:ext>
            </a:extLst>
          </p:cNvPr>
          <p:cNvSpPr txBox="1">
            <a:spLocks/>
          </p:cNvSpPr>
          <p:nvPr/>
        </p:nvSpPr>
        <p:spPr>
          <a:xfrm>
            <a:off x="8570773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9F5D7-4772-9A1C-9DCE-03FC8BB03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65160" cy="3226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5E21B-63AB-6CD6-6259-426E0B6F7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1986" y="30293"/>
            <a:ext cx="4741596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7958C-F8F5-D599-5614-7A4CCCBC4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0CBA3DF-866B-94F6-94C3-B4899C4BD690}"/>
              </a:ext>
            </a:extLst>
          </p:cNvPr>
          <p:cNvSpPr txBox="1">
            <a:spLocks/>
          </p:cNvSpPr>
          <p:nvPr/>
        </p:nvSpPr>
        <p:spPr>
          <a:xfrm>
            <a:off x="5065158" y="1867230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2.2 Tailwind CSS</a:t>
            </a:r>
            <a:endParaRPr lang="en-US" sz="3600" b="1" cap="non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BEB108-3635-0B85-682B-641562CA8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54" y="2020660"/>
            <a:ext cx="9256084" cy="4565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BA96C6-3A2F-5C16-E2F8-A194220F5F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8339" y="2473419"/>
            <a:ext cx="2923705" cy="7884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3349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EE4C-2170-01C1-B0EF-CEFB195E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hain links">
            <a:extLst>
              <a:ext uri="{FF2B5EF4-FFF2-40B4-BE49-F238E27FC236}">
                <a16:creationId xmlns:a16="http://schemas.microsoft.com/office/drawing/2014/main" id="{E69F5743-F0DD-69FE-6008-A2C6A5299A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3993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F849B3F-308D-D020-EDD5-597BEB6225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B7D1C94-555F-5A47-9C2B-C1B1E0707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5159" y="1232245"/>
            <a:ext cx="7011227" cy="788415"/>
          </a:xfrm>
        </p:spPr>
        <p:txBody>
          <a:bodyPr>
            <a:normAutofit lnSpcReduction="10000"/>
          </a:bodyPr>
          <a:lstStyle/>
          <a:p>
            <a:r>
              <a:rPr lang="en-US" altLang="zh-CN" sz="4800" b="1" dirty="0"/>
              <a:t>2. CSS Styling</a:t>
            </a:r>
            <a:endParaRPr lang="en-US" sz="4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638F180-1322-0B14-CBDF-3725E3FC736E}"/>
              </a:ext>
            </a:extLst>
          </p:cNvPr>
          <p:cNvSpPr txBox="1">
            <a:spLocks/>
          </p:cNvSpPr>
          <p:nvPr/>
        </p:nvSpPr>
        <p:spPr>
          <a:xfrm>
            <a:off x="8570773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7E093-F018-EC0E-CF9A-52532814A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65160" cy="3226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D1822-ECD5-4B69-3B2A-043016FA3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1986" y="30293"/>
            <a:ext cx="4741596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BA5DE6-DB4B-8D2E-9615-8F523BC77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EFD86A6-46B5-8A26-873E-5688A5AD3D94}"/>
              </a:ext>
            </a:extLst>
          </p:cNvPr>
          <p:cNvSpPr txBox="1">
            <a:spLocks/>
          </p:cNvSpPr>
          <p:nvPr/>
        </p:nvSpPr>
        <p:spPr>
          <a:xfrm>
            <a:off x="5065158" y="1867230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2.3 CSS Modules</a:t>
            </a:r>
            <a:endParaRPr lang="en-US" sz="3600" b="1" cap="non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8593E3-1C77-6CE6-348F-403C997BE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06" y="1931775"/>
            <a:ext cx="9165363" cy="4593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3433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F61A-45D3-F2AB-1EE1-0E94A4A2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4D3A9E-51D4-C202-0196-70EEA9ED8C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E45AB62-977F-75BA-7E04-2DBFA36AD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392" y="1083848"/>
            <a:ext cx="7011227" cy="788415"/>
          </a:xfrm>
        </p:spPr>
        <p:txBody>
          <a:bodyPr>
            <a:normAutofit lnSpcReduction="10000"/>
          </a:bodyPr>
          <a:lstStyle/>
          <a:p>
            <a:r>
              <a:rPr lang="en-US" altLang="zh-CN" sz="4800" b="1" dirty="0"/>
              <a:t>2. CSS Styling</a:t>
            </a:r>
            <a:endParaRPr lang="en-US" sz="4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F86997A-6C24-593A-4601-1BB6353F0D4F}"/>
              </a:ext>
            </a:extLst>
          </p:cNvPr>
          <p:cNvSpPr txBox="1">
            <a:spLocks/>
          </p:cNvSpPr>
          <p:nvPr/>
        </p:nvSpPr>
        <p:spPr>
          <a:xfrm>
            <a:off x="8570773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F2B5B-E63F-6C61-F8B6-8AC0966A3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DCE82-856C-FF31-33BE-8D0576C34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793B7-E623-C853-EBCB-0D6028B2A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2BF4C81-9674-00DA-56EF-27988CAC0559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2.4 “clsx”</a:t>
            </a:r>
            <a:r>
              <a:rPr lang="zh-CN" altLang="en-US" sz="3600" b="1" cap="none" dirty="0"/>
              <a:t> </a:t>
            </a:r>
            <a:r>
              <a:rPr lang="en-US" altLang="zh-CN" sz="3600" b="1" cap="none" dirty="0"/>
              <a:t>library 2.5 Others</a:t>
            </a:r>
            <a:endParaRPr lang="en-US" sz="3600" b="1" cap="non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F4D782-CED4-BE94-48A9-8251E1B14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495" y="1851820"/>
            <a:ext cx="9090839" cy="46825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2666FD-A2EE-9D7E-5D14-ECFA46F3E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721" y="3707543"/>
            <a:ext cx="3248478" cy="25340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761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6C92-9EBD-C300-8FD5-949FA8E8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411FE77B-A764-78AA-906F-FFC3D9AFEC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783CB31-4982-8D63-C564-2F422D1FDDD5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CCF5-7FF0-BD53-175A-523D6048C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8D9D8A-5C91-E7D1-1B23-551071FA4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E9844-12AB-8CB5-9F96-B5C0AE5D4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34A54A58-AD33-37A6-E3AA-540D94417F54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3.1/3.2 Adding Primary Font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D7F02-6AC2-D46E-2A29-BBE7646FB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730" y="1083848"/>
            <a:ext cx="8714250" cy="788415"/>
          </a:xfrm>
        </p:spPr>
        <p:txBody>
          <a:bodyPr anchor="ctr">
            <a:normAutofit fontScale="77500" lnSpcReduction="20000"/>
          </a:bodyPr>
          <a:lstStyle/>
          <a:p>
            <a:r>
              <a:rPr lang="en-US" altLang="zh-CN" sz="4800" b="1" dirty="0"/>
              <a:t>3. Optimizing Fonts and Images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41E53D-752A-3477-B398-8AC662596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10" y="1910791"/>
            <a:ext cx="9612066" cy="45726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8D16EE-D7D1-DADA-3694-B9B222B2E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1678" y="4418029"/>
            <a:ext cx="5430008" cy="1876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236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8546-FEA0-DF40-02DF-D83C78296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C81E030E-5182-A799-10FA-D6149B9293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E29FF69-C4CC-CBA5-5F6F-81B89ADDE42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D8836-8156-6270-33C7-40A7AF26A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7110EB-482E-9AF8-9A23-3350E5975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5C3AA4-EC50-5D2A-6A2E-8B4878245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803D183-B3D1-CFED-DBAE-474CA2DB69E6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3.3 Practice: Add a 2</a:t>
            </a:r>
            <a:r>
              <a:rPr lang="en-US" altLang="zh-CN" sz="3600" b="1" cap="none" baseline="30000" dirty="0"/>
              <a:t>nd</a:t>
            </a:r>
            <a:r>
              <a:rPr lang="en-US" altLang="zh-CN" sz="3600" b="1" cap="none" dirty="0"/>
              <a:t> Font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72506-FA98-05E1-A96A-7FBEE23CC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730" y="1083848"/>
            <a:ext cx="8714250" cy="788415"/>
          </a:xfrm>
        </p:spPr>
        <p:txBody>
          <a:bodyPr anchor="ctr">
            <a:normAutofit fontScale="77500" lnSpcReduction="20000"/>
          </a:bodyPr>
          <a:lstStyle/>
          <a:p>
            <a:r>
              <a:rPr lang="en-US" altLang="zh-CN" sz="4800" b="1" dirty="0"/>
              <a:t>3. Optimizing Fonts and Images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9A17F3-2188-8932-A1A5-6501F6E8F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88" y="1872263"/>
            <a:ext cx="9573961" cy="46393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939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8BBA-4038-EC9D-1015-19C87D99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6F8DE56-FCDD-4885-7530-68BC209E57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412BB59-55C0-38DA-9118-9ED7237AB772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9991E-411A-F085-B7EA-1FE5BC8B6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59314-3B91-E14D-2E74-D4C63112D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5A144-532D-AF44-A250-2C00D0041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E28ED86-1549-D993-EA74-C112DC505716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8052454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3.4/3.5/3.6 Adding Desktop Hero Image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EFDAE-308A-71EB-35AB-0AA40B409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730" y="1083848"/>
            <a:ext cx="8714250" cy="788415"/>
          </a:xfrm>
        </p:spPr>
        <p:txBody>
          <a:bodyPr anchor="ctr">
            <a:normAutofit fontScale="77500" lnSpcReduction="20000"/>
          </a:bodyPr>
          <a:lstStyle/>
          <a:p>
            <a:r>
              <a:rPr lang="en-US" altLang="zh-CN" sz="4800" b="1" dirty="0"/>
              <a:t>3. Optimizing Fonts and Images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BA5F2-3F86-E89F-C7B4-62B24D8EF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3" y="1959518"/>
            <a:ext cx="9497750" cy="45345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850706-6935-27E6-BB44-BDDD1D94D1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144" y="4466756"/>
            <a:ext cx="4239217" cy="10288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88104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FFB8B-A01D-2B21-B036-99301487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4A6BC9F-BBFE-5A2A-2691-8F713E8AAA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0446DE6-87A8-013A-6F62-C7D267F5BEAE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F8C84-D63E-1A93-790B-077DD275A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9AED1C-53D6-1E5B-A696-9C19625E7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907DF-088E-B9CE-D75D-5AE009009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61627EC-4510-D6C8-0252-D04E489C6E34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7011227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3.7 Practice: Add Mobile Hero Image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2061F-E14B-F860-FF78-2E3EA5998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730" y="1083848"/>
            <a:ext cx="8714250" cy="788415"/>
          </a:xfrm>
        </p:spPr>
        <p:txBody>
          <a:bodyPr anchor="ctr">
            <a:normAutofit fontScale="77500" lnSpcReduction="20000"/>
          </a:bodyPr>
          <a:lstStyle/>
          <a:p>
            <a:r>
              <a:rPr lang="en-US" altLang="zh-CN" sz="4800" b="1" dirty="0"/>
              <a:t>3. Optimizing Fonts and Images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6836AE-DB6E-0CAD-C956-6E550D93C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10" y="1872263"/>
            <a:ext cx="9612066" cy="46869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0209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B44A-D612-91F2-AF55-D3CB44B5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DB405EBA-B5D6-465D-D30A-BDB3F4EC26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D9E6601-40E9-2E73-1FE4-62E49FC3CE5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ED9AF-2A14-413F-9302-F65069C25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D72D5A-BA7E-B858-E1A1-29DDAD55B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78822-F247-F3D7-DB2A-90E9FCF20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38BD9FC-69E1-8738-9E57-DF3C071FF351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8196479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4.1 Nested routing 4.2 Create Page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B72EA-518B-D665-C3CE-C0A6B371E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4. Creating Layouts &amp; Pages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212513-A107-6E25-1524-087990844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85205"/>
            <a:ext cx="10438544" cy="4217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9495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C64CD-BDA0-25A2-285F-5BBF5F90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09DFD75-30F5-3447-FCE8-72E2B91625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3949CA5-CBEA-4668-F81D-7794D2D8B12D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5DF9F-80F9-0591-A1FC-823799276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0A1416-E466-3F6F-7390-27E66A55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5E1F-2F1E-303F-3CBA-82B19F6D6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14D7A56-65CB-A815-6E9D-2ED3BA1A3C3A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8196479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4.3 Practice: Create Dashboard Page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52ED4-8857-5CB9-87C7-8665BBDA2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4. Creating Layouts &amp; Pages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A70EB5-18FC-7670-AAF7-8E99E5347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6854" y="1959518"/>
            <a:ext cx="11003622" cy="4475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4594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6ABF-C404-FFDF-B8A1-8BE0D437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DD3EB650-D78F-3E4A-2131-50EA9F30D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AF81C2A-10C0-E8DA-C56D-2C7608AFA5EA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9E6A6-1065-A9A6-1330-EB39D7B2C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300F1C-369E-E508-30A3-D3A9DB61B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3FBE0-DF47-7302-97C7-E72DF9F39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4E3EB08-FE5B-9194-FBFE-C3172AEEF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4. Creating Layouts &amp; Pages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77A86A-F0DA-6605-2EF3-9C33FC593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09961"/>
            <a:ext cx="10585758" cy="42815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AEF23AA-A95D-0376-7245-E7B460334D8C}"/>
              </a:ext>
            </a:extLst>
          </p:cNvPr>
          <p:cNvSpPr txBox="1">
            <a:spLocks/>
          </p:cNvSpPr>
          <p:nvPr/>
        </p:nvSpPr>
        <p:spPr>
          <a:xfrm>
            <a:off x="3896391" y="1878488"/>
            <a:ext cx="8196479" cy="1234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4.4 Create Dashboard Layout &amp; </a:t>
            </a:r>
          </a:p>
          <a:p>
            <a:r>
              <a:rPr lang="en-US" altLang="zh-CN" sz="3600" b="1" cap="none" dirty="0"/>
              <a:t>4.5 Root Layout</a:t>
            </a:r>
            <a:endParaRPr lang="en-US" sz="3600" b="1" cap="none" dirty="0"/>
          </a:p>
        </p:txBody>
      </p:sp>
    </p:spTree>
    <p:extLst>
      <p:ext uri="{BB962C8B-B14F-4D97-AF65-F5344CB8AC3E}">
        <p14:creationId xmlns:p14="http://schemas.microsoft.com/office/powerpoint/2010/main" val="416163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AF3A-08F7-DF84-EECB-D0FE6D04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B4C7083-EBDE-D3FC-F5D8-8268AE3529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09BAEE5-00EE-AEDB-56A6-0CAE4FF82FD5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5F4F5-DA53-959C-EFA5-ECCB3AF49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4F268-76AB-B65C-EC2B-534FDE8E2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40243-5E3B-2A20-81AB-5143DBB94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7AEA444-2853-72DE-0DD1-848A0E6AEC88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8196479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5.1/5.2 The &lt;link&gt; component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52368-82D0-25C4-BA76-E53E13B11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2500"/>
          </a:bodyPr>
          <a:lstStyle/>
          <a:p>
            <a:r>
              <a:rPr lang="en-US" altLang="zh-CN" sz="4800" b="1" dirty="0"/>
              <a:t>5. Navigating between Pages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D916B-D182-2FD2-07E4-80862A861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0" y="1959518"/>
            <a:ext cx="9991916" cy="43684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1525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8B21-0E37-DA28-B60C-EB42C459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57AFAE3B-EC0D-5F8E-6FAA-6F2A992E56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2CC5D40-6355-8C95-DF25-B72964546D6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25B37-DF0A-5B98-E8F0-BFA113A90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5294E8-A181-8B17-DD85-972867A9B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A5E9B-ED0F-1BE5-E2F3-31BAA42FD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3EEB62C2-0FE2-48CB-AE68-33FF8003729E}"/>
              </a:ext>
            </a:extLst>
          </p:cNvPr>
          <p:cNvSpPr txBox="1">
            <a:spLocks/>
          </p:cNvSpPr>
          <p:nvPr/>
        </p:nvSpPr>
        <p:spPr>
          <a:xfrm>
            <a:off x="3896391" y="1718833"/>
            <a:ext cx="8196479" cy="78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5.3 Pattern: Showing active links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89E21-9529-4A57-7970-DF75CED84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2500"/>
          </a:bodyPr>
          <a:lstStyle/>
          <a:p>
            <a:r>
              <a:rPr lang="en-US" altLang="zh-CN" sz="4800" b="1" dirty="0"/>
              <a:t>5. Navigating between Pages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5BFB16-0741-9180-CFF1-FBDED588F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94" y="1959518"/>
            <a:ext cx="10503148" cy="4523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05189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9127-ABA3-C64C-AABE-2B3F834D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24B1E36-D5D1-3877-AB0E-283BC0131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FC49BAF-7B78-A90F-26AA-190400EC5ADB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95D2C-880B-5B6A-4A81-59D1F6222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3D7CA-19AD-B408-513A-72B544319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2A4634-C732-645D-7808-DE312E720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3227543-C3FB-955E-F688-D72837FD5A68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6.1 Create </a:t>
            </a:r>
            <a:r>
              <a:rPr lang="en-US" altLang="zh-CN" sz="3600" b="1" cap="none" dirty="0" err="1"/>
              <a:t>Github</a:t>
            </a:r>
            <a:r>
              <a:rPr lang="en-US" altLang="zh-CN" sz="3600" b="1" cap="none" dirty="0"/>
              <a:t> Repo and 6.2 Vercel Account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032A5-AC50-B445-F084-5476CE411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6. Setting Up Your Database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26ECE-2943-A3DB-5112-6B57C3AE2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2193" y="2032321"/>
            <a:ext cx="9914562" cy="4400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C187A3-AD07-6580-5059-B952F05CC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372" y="4621914"/>
            <a:ext cx="1204612" cy="11522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0B8ADC-111F-AED7-B90E-7DF1C2FCE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474" y="4621914"/>
            <a:ext cx="1902937" cy="10649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88739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5835-1C7B-0AF9-3BBF-ED4D2331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E247015B-CAEB-1F8F-6555-4E5D8C439D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8013667-5AC9-72FC-A2CA-5D72DA0C280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C03A2-0990-05CA-C194-22682781E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86A7A8-AA4B-3ABF-9254-D8DF183F2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5438A-59F5-92DE-1871-ADF141E89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77B65EC-1852-E523-911C-3C3DC72EBE35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6.3 Connect and Deploy Project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24144-44E4-45FA-9EA8-146C90B95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6. Setting Up Your Database</a:t>
            </a:r>
            <a:endParaRPr lang="en-US" sz="4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D08636-912A-72E6-F9DF-EA231556B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32321"/>
            <a:ext cx="10189931" cy="44775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18B25F-D1A4-7F30-7F12-4BD240D98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096" y="3669298"/>
            <a:ext cx="1204612" cy="11522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53845D-1113-CC62-04C4-6AD121658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2934" y="5604990"/>
            <a:ext cx="1902937" cy="10649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74A70F6E-A23E-606D-B37E-6745ABA38B50}"/>
              </a:ext>
            </a:extLst>
          </p:cNvPr>
          <p:cNvSpPr/>
          <p:nvPr/>
        </p:nvSpPr>
        <p:spPr>
          <a:xfrm>
            <a:off x="10144807" y="4885218"/>
            <a:ext cx="719191" cy="656090"/>
          </a:xfrm>
          <a:prstGeom prst="downArrow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2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3196-9424-6208-FBF1-1061E2F3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B7BC302A-6A59-57E9-288F-4D1937BEF7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9A3B009-1729-CF99-3536-143A0AA4086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D7F36-BD7F-5E7E-0E24-DCE500DC2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C096A2-3FAC-8A8B-5A06-12409748F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A9E81-70B3-1FFD-B373-A8658B470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873C986-CDAE-F361-FD65-670B544EDE5F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6.4 Create a </a:t>
            </a:r>
            <a:r>
              <a:rPr lang="en-US" altLang="zh-CN" sz="3600" b="1" cap="none" dirty="0" err="1"/>
              <a:t>Postgre</a:t>
            </a:r>
            <a:r>
              <a:rPr lang="en-US" altLang="zh-CN" sz="3600" b="1" cap="none" dirty="0"/>
              <a:t> Database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9D0D4-208C-0651-EB9F-AF607C4CD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6. Setting Up Your Database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068E5F-2A6D-EA17-C9E9-F30C86778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4395" y="1959518"/>
            <a:ext cx="10397544" cy="44679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86547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7F0B-D371-CF82-5BC9-EA64D68B8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68AC6869-C189-9D61-2E9C-229C9E0676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CC06BA4-D1F2-CA05-80EA-EEDB1A1A97C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3CBE5-81C1-1B80-92A8-FC2FED0FA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A7BC1B-7D30-F3B5-2080-321BFD2A1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8030B-5712-B83C-8E28-430B6B55B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F4E34D1B-8C53-DDFA-90F4-6AB27AF06CCC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6.5 Seed your Database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03E48-3D4F-6EF8-E0AA-0E8BD1F7E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6. Setting Up Your Database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3AB7E8-B019-4556-581B-D59D0733A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6" y="1959518"/>
            <a:ext cx="10230118" cy="43843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15579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1D80-EC53-F179-9FCC-D3DA4B4C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61B373C2-EB82-294C-7747-B83314E092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3A95818-1918-AC05-3D7B-A1E67876AC8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5855A-9D18-ABE8-E26E-56752E4AC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22281-64E9-C4AA-820F-80115E347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BE68C-C3EC-9C38-D556-776585119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08B1370-73CD-6B09-F344-CAA1A8FA6E61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6.6 Executing Queries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A42AC-5611-4D1A-B4D9-193A1808C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6. Setting Up Your Database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1EBC9-D2BE-8F7B-B218-FEF6886A4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579" y="1959518"/>
            <a:ext cx="10222208" cy="45358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33886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2E30-BBDD-8F82-D39F-129E0780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E247E9D7-1D13-A0AD-61C7-C2FD5E561C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C02C729-44B6-5D6B-2B52-1A0394F46A91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2CA10-2177-4545-2BEB-7402049C7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002DF-CCBD-77BE-6839-3A65C1FC2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3FAAE-BD90-DBB6-223C-8AB87A983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5E42B07-86C5-E1AE-0462-EC8A95932310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7.1 Choosing how to fetch data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C2821-4001-3904-777D-06C7E4499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DBC16-D276-9633-E2F3-5C84C5A7B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633" y="1872263"/>
            <a:ext cx="9506857" cy="46710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40339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C399-F9B6-77A2-D648-1F53EC1E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F1DD1BC6-3887-3E9A-E090-500F91B72B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184580E-36AC-E093-8D33-7612FE188941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0BF46-90F8-6DB4-2560-4F877CDFA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B85975-6EA1-D7EF-40C5-97329BC95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D6397-A4EB-8C4D-AEEE-E71283E53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3D673D4D-3220-421A-4A52-D952D7ADD075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7.2 Fetching data from app overview page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B480B-A8AE-4CD4-4DD8-D6CB93BAC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17B0F2-D89F-0FE0-981B-060092586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21" y="2092786"/>
            <a:ext cx="9165876" cy="44346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68667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D59D-DEA3-CCA6-C8AC-25C26AC0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2F028C76-FA0B-059E-6B93-170EDE7FC0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89CCA6A-8808-52D1-7188-33FEB94A4B48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3E861-4F90-7D17-81D3-83A1DAD16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CB3EB-9DBE-69C4-7632-01B0D89A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53A17-DE59-96D1-3FB4-22A210B03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8230DD4-7101-6825-8F49-AFFF5E213DE5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7.3 Fetching data from &lt;</a:t>
            </a:r>
            <a:r>
              <a:rPr lang="en-US" altLang="zh-CN" sz="3600" b="1" cap="none" dirty="0" err="1"/>
              <a:t>RevenueChart</a:t>
            </a:r>
            <a:r>
              <a:rPr lang="en-US" altLang="zh-CN" sz="3600" b="1" cap="none" dirty="0"/>
              <a:t> /&gt;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6F698-BA2A-5F0B-89BD-BECF510E0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25B24A-8E88-51AC-7A8A-F6F994CC6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43" y="1959518"/>
            <a:ext cx="9546510" cy="46232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3B3FD5-3F78-0843-8C28-CC6EE24F3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3597" y="3744693"/>
            <a:ext cx="4188600" cy="29253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97357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5B65-8B11-2AB1-4041-A5F7D6A9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C4133FC9-4046-24EE-B11E-177F8A7712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B6CC97A8-886E-31D5-B327-3A86A297A7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99C3FB8-6055-632B-D9C6-FE7E7B2DED6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509BF-BC87-840B-AF08-3BEECD6C6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A3ABC1-EFC2-8046-230A-82365EAD1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7B300-E44E-2542-7DB5-69EC276DA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B4D2E9C-9C3E-6374-CE39-DA570E5F4FE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7.4 Fetching data from &lt;</a:t>
            </a:r>
            <a:r>
              <a:rPr lang="en-US" altLang="zh-CN" sz="3600" b="1" cap="none" dirty="0" err="1"/>
              <a:t>LatestInvoices</a:t>
            </a:r>
            <a:r>
              <a:rPr lang="en-US" altLang="zh-CN" sz="3600" b="1" cap="none" dirty="0"/>
              <a:t> /&gt;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82311-DE16-F383-212B-0F7C95AF8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552EF9-3C2C-3B32-6DAF-F7F65309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17" y="2032321"/>
            <a:ext cx="9071710" cy="45288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28B9E6-CD42-58EA-8CDD-8C913A6974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519" y="4108238"/>
            <a:ext cx="5990291" cy="2521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3292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8C33-4720-7ECB-4D57-EF083CD3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F38FB318-EB75-D388-1362-B25E1127EF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572BA7B2-EF6C-ECCB-4B12-E0405F5413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83FF731-328E-A67F-89D6-7D3C7E09FFB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A7CB0-4C1C-CD79-28DA-50E13D927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B32EF7-042D-1D3D-2C5E-DE306989B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F5C96-30C4-2246-33AF-22255C471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5C7EDCD-FEC7-F7D5-37B2-1E344B5BE3A0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7.5 Practice: Fetch data for &lt;Card&gt;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7946C-1DC8-2F64-A8F1-10C81C6B5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446B3-9437-0E18-2879-F84D279F1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1251" y="2289786"/>
            <a:ext cx="8155223" cy="4121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E9CDCE-FE18-E580-04B4-4F09B766DA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193" y="4265716"/>
            <a:ext cx="4447401" cy="22832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94310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5C9C-5773-454C-070C-1DCE9639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DCDD23DC-F07C-66F3-4419-875A666091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04D59DE7-0633-D70D-11CF-996EE8CE3A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-14564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F91573D-5967-6E04-7F9C-4E299B76722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A9148-36E3-A462-25FE-BE78CCC63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8D78C-F978-151F-455A-52B708BF5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9166C-037C-5BAD-0408-DA6C9B5E1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A0E1994-3B33-2349-0A2F-CB205792F38E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7.6/7.7 Waterfall vs Parallel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A0AB8-5BEE-95E0-0AB2-F41BE9CDF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7. Fetching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54DDF3-FDB1-06FD-6A3A-4528DC0DB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73" y="2452253"/>
            <a:ext cx="8345916" cy="4166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D9CCEA-4790-787A-81E9-CB75580F0F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6883" y="2452253"/>
            <a:ext cx="4326998" cy="19622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4048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93800-AD85-51D9-1A30-2188FB05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A5AA699-0F91-B6D3-0897-4FCB14FA1F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C7F404F-E1CF-9883-1B39-DBE82E6E10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0EB67B3-5EB0-2DD9-1BCF-8B2109E916E1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7C510-6CD2-3261-2A2E-B9A9B9D4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4642DF-3F9E-4305-8A31-581163F1D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B2364-303A-C063-7275-DD8D2C5CF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48D8309-F0AA-1A9C-CBB6-5D07C921D5F6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8.1/8.2 Static vs. Dynamic Rendering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4409C-EAB3-ACC3-BACC-FE99ED89B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2500"/>
          </a:bodyPr>
          <a:lstStyle/>
          <a:p>
            <a:r>
              <a:rPr lang="en-US" altLang="zh-CN" sz="4800" b="1" dirty="0"/>
              <a:t>8. Static &amp; Dynamic Rendering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80B4CA-46E8-8340-634E-882663C0F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7457" y="2078022"/>
            <a:ext cx="10920299" cy="4026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F0EB4-D2CE-7BF5-3CA8-641D3696A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460" y="3631374"/>
            <a:ext cx="4990612" cy="3071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4052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51F5-2EE6-B243-820B-08B3F026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9B7B7F48-B79E-20AD-4B23-8BDE61FC11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CCD8EE7-1879-47D2-39A3-DC39F3DF31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B6DE2DD-696C-E467-8EC0-30404D07BC60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9C369-0712-544C-BF3B-D22C9D7F2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EA9B5-6F89-0FCD-A678-E702F639E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3B8B1-6892-8DF1-19E6-1B1C83BD8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FC05A07-EA7B-FB63-D166-C4BF32855867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8.3 Simulating a Slow Data Fetch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3BC59-2872-65F9-17EA-A570B40F8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2500"/>
          </a:bodyPr>
          <a:lstStyle/>
          <a:p>
            <a:r>
              <a:rPr lang="en-US" altLang="zh-CN" sz="4800" b="1" dirty="0"/>
              <a:t>8. Static &amp; Dynamic Rendering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86F69C-5D0F-1842-35AA-68187958C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91921" y="2134045"/>
            <a:ext cx="10706637" cy="39740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16EF3-6715-1F59-1900-EFB829C69B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689" y="3829318"/>
            <a:ext cx="2874538" cy="28745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7238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F259-FA05-AEC0-A22E-FC568082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296B842F-BB07-F6D4-4DE7-7774D558A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C3497A31-4FAB-D5A2-21F8-B9048B1027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57CAD2D-DAF0-2CE3-4574-A2C0CD3407E9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4232A-EF11-DED9-DEA5-99863F2F7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0BA525-F3F1-54A3-9A19-5FD5B7C09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19BE7-60E8-EAB2-0967-5A81CEE64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C5F3410-9118-0D76-ADCF-9AD614CF7ACC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9.1 What is Streaming?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5A154-6BDE-7A58-0D6D-6F7FD1DFC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78A380-6E7D-E5FF-1F80-AF0A8D321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783" y="2189755"/>
            <a:ext cx="8883629" cy="42120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C281E8-20E4-AFC0-D0D2-9A0CDEC45E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1865" y="4696993"/>
            <a:ext cx="3986299" cy="1424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8565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82DA-EC26-9516-5B24-CAA4FC3A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2C83C307-F58E-9359-DE38-B1C4D4738F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8D7134A-6A1E-93A0-F058-5C7C95BC02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56E7FE1-16C8-485A-D2C1-B046E5814E2F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29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B5D19-7C07-EFEB-5701-9D85BFB95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B219F9-9F85-295F-6CCC-C1E8E92E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C667F-3F2F-C935-37A1-9F7425FEF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ADDA312-26B7-8A42-5292-829C57B39400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9.2 Streaming page with ‘</a:t>
            </a:r>
            <a:r>
              <a:rPr lang="en-US" altLang="zh-CN" sz="3600" b="1" cap="none" dirty="0" err="1"/>
              <a:t>loading.tsx</a:t>
            </a:r>
            <a:r>
              <a:rPr lang="en-US" altLang="zh-CN" sz="3600" b="1" cap="none" dirty="0"/>
              <a:t>’ (0)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48ACA-1300-5E16-7907-F53FC4EA4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494B61-5DD6-9A29-82D2-C3A5B6624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61" y="2032321"/>
            <a:ext cx="10144259" cy="4396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20630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5FDAD-63E8-0273-FA55-65050B6C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F44BE652-B11F-3F7B-8401-521AF41C2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04E078C2-B653-0DB9-2C0D-F74D8AA08E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A06AF3F-C619-C7D4-A812-BB77D843EEDA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E0C97-4544-991A-8ED9-F0ADA6280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F8DCA-BC41-FD85-66E7-DA79B6B09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B534E-4F1A-8D29-74B0-D21D4D853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2E76566-237A-F122-F370-E9D930092BCC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9.2 Streaming page with ‘</a:t>
            </a:r>
            <a:r>
              <a:rPr lang="en-US" altLang="zh-CN" sz="3600" b="1" cap="none" dirty="0" err="1"/>
              <a:t>loading.tsx</a:t>
            </a:r>
            <a:r>
              <a:rPr lang="en-US" altLang="zh-CN" sz="3600" b="1" cap="none" dirty="0"/>
              <a:t>’ (1)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190F3-BABB-89AE-84F8-E8344C1BF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CFFC77-691D-0E02-BAA1-C696CEC61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61" y="2032321"/>
            <a:ext cx="10144259" cy="4396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1525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BEFC-270C-0B9F-0D95-F89E28EF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93019E9-5344-4830-D026-83481B5A1D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BB033C3D-5A51-7EC4-C418-4A71814BDC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EB6E83B-F76B-7A76-7246-7E4C93D53B91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7D041-7D83-7D20-E9F1-AF81F5AD5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351C4D-5C17-ED39-9B12-FA87FE5B6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84348-64F1-3B77-4E90-8CDD31FF7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A91CB22-C81B-9825-440F-5BE48FC0DDA2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9.2 Streaming page with ‘</a:t>
            </a:r>
            <a:r>
              <a:rPr lang="en-US" altLang="zh-CN" sz="3600" b="1" cap="none" dirty="0" err="1"/>
              <a:t>loading.tsx</a:t>
            </a:r>
            <a:r>
              <a:rPr lang="en-US" altLang="zh-CN" sz="3600" b="1" cap="none" dirty="0"/>
              <a:t>’ (2)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98375-4FAA-AD89-E6FF-F16B457E9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7FDF83-F549-C45C-EB82-69AA62715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" y="2001719"/>
            <a:ext cx="10346028" cy="45195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4CF8ED-5573-C500-99B7-EFB610242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5821" y="4133194"/>
            <a:ext cx="2219554" cy="22195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4270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D892-C9D0-CA51-5E88-67B0E059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628488B0-9BED-15B4-41B1-878C660CA0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434CC088-2C88-393B-7A13-FC13D2BF0E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-28423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42AE723-7C0D-1DA7-34BA-0AC1338FA58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C6935-5A19-4392-579B-B3A36EA58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97606-2D8D-C909-38C2-5C9D13F73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3CE94E-8EDE-7CE4-A553-F50F45C51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B70AFF2-0EFD-70C4-5171-D7B39B4A09F1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9.2 Streaming page with ‘</a:t>
            </a:r>
            <a:r>
              <a:rPr lang="en-US" altLang="zh-CN" sz="3600" b="1" cap="none" dirty="0" err="1"/>
              <a:t>loading.tsx</a:t>
            </a:r>
            <a:r>
              <a:rPr lang="en-US" altLang="zh-CN" sz="3600" b="1" cap="none" dirty="0"/>
              <a:t>’ (3)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CEDC2-A7C7-DBBC-992D-D0E788749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1DB99E-52CC-FF13-3C5E-AEC32C4E2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5" y="1959518"/>
            <a:ext cx="10290220" cy="44443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33572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8781-8048-D645-EFDA-97807DAA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B258E795-1AE9-EDC4-7ABF-ADFA379AAC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098C312-F61E-BEAC-2311-0C1263604F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528F393-C8DE-6609-9B39-C8058FEB918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9A330-1EFB-3397-55D6-714D03E1B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FDFB37-C645-6423-4FF2-11E128AB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6D58B-0751-75C4-8D21-8676D3CD9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6BB2FE0-BA69-4424-3941-45E00D062403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9.2 Streaming page with ‘</a:t>
            </a:r>
            <a:r>
              <a:rPr lang="en-US" altLang="zh-CN" sz="3600" b="1" cap="none" dirty="0" err="1"/>
              <a:t>loading.tsx</a:t>
            </a:r>
            <a:r>
              <a:rPr lang="en-US" altLang="zh-CN" sz="3600" b="1" cap="none" dirty="0"/>
              <a:t>’ (4)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31CDC-A2D9-B708-0275-6148305A7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780E7C-6D3F-0B98-B03C-55AD11142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272" y="2078022"/>
            <a:ext cx="10303098" cy="4382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C3D81F-CF81-4E0D-C8FB-10F38C4062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807" y="4615120"/>
            <a:ext cx="3426932" cy="16225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282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0F03-800E-CF79-0B52-51F476AC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FEB21390-5147-0404-A350-9D364BC368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19378AF-1D88-46FA-3B4D-7692FC6295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BE852EC-D4EC-DADF-3CE4-9FFC66F8FA4E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61CB9-E0CD-DECD-AF68-BFA2B3DC8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E11919-6412-7DAB-C143-E8D02DFB8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BDE45-93AE-A598-40B9-EB62ABB2D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3DC907D-D698-056C-9CAE-E63F37AB6ED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9.3 Grouping Component 9.4 Deciding…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D961D-751F-FC31-6C81-D19D7D5A1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9. Streaming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67EE38-3C99-4ED3-9493-BAADF8184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12" y="2061298"/>
            <a:ext cx="9522392" cy="44768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00692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D271-FD27-592E-C418-D8B649CB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07F2D6E4-89BB-BD31-C639-0D95A9A89B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29A7782-7A48-FD3A-7849-8575C718541F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BDEC4-45EC-AAFC-71C1-B69C4454D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26F0D3-F9B4-AB33-1EB8-23F354D0F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A87A9-4303-C870-32C8-5001ED6D5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FE14B9F8-55C9-77B5-D150-A448A34175F9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10.1 Starting Code 10.2 Why URL Search Params?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025BF-13E9-03E6-2349-C0AC1999A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F8A73B-D7BD-8AD8-4ECF-A020E8020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7013" y="2082185"/>
            <a:ext cx="11241069" cy="43249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B6B3F3-2FCC-2E46-F2EF-0C7E3721F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2798" y="4084979"/>
            <a:ext cx="3852063" cy="23998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30138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53BC-8A67-30E7-A0A7-9501E3A2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5D460255-6416-1B49-E113-DD13289614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EE3A943-CAA4-D328-FA38-BD9327CEA1A8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2F8E8-D210-C677-598A-323AA3DD0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94395B-6B48-D4CD-E70D-6A37BE269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44662D-B431-E1C1-42F5-9559AA6D7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26E8BC2-3CAE-CE38-259E-0ABAD74FC8FA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10.3 Adding Search Functionality – 10.3.1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6DFD3-1069-BAA1-8675-9AAE0B7C0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F21276-23FE-DEFE-5B1E-C7731B860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90418" y="2030401"/>
            <a:ext cx="11948845" cy="4321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1C5791-4F9E-3EF1-8591-B88842E9D2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240" y="4063004"/>
            <a:ext cx="3783629" cy="25874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84420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24ECB-F9CB-87D9-54E9-37978B77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329DC8C9-1E02-5F3F-52DC-DCEC571A35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BBBBF83-071C-41F0-1EF0-B02EC8CBBA50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4ACFD-67BE-B4C8-05EE-5C72EF393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77F05-2FA3-B3F5-7709-A25AD824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F3D2C-B263-A0A0-F707-2198B44B5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55A61F16-8A8F-D615-99EF-DA811C068B5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10.3 Adding Search Functionality – 10.3.2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A5A09-C01F-6C87-C327-3BFBF9628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1AE9F5-D068-A585-9003-D50FB5527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67128" y="2030401"/>
            <a:ext cx="11794733" cy="43155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54BB03-51D4-0E90-B8ED-97D5A1E523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238" y="4018208"/>
            <a:ext cx="4210880" cy="26338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97110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7B2CE-844B-BD0C-E487-675DCB27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9B2C81D6-DBFD-7D54-1CCB-1185C8275D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10C18E7-47EB-BFE5-EBB1-89F6869775C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57BF0-FCCF-7AFE-0A33-F365C74B3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5659D8-57C9-9C17-3083-151C3BC54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344B11-9ED0-6238-1158-60D4B9D72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E875B93-18A2-4D9A-43EF-9DB57BAA8F87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10.3 Adding Search Functionality – 10.3.3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2B1D9-7012-E1D1-992B-2D1B6B132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BBC226-ED8A-50E2-97E8-E50CD4BDF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5" y="2090305"/>
            <a:ext cx="10777591" cy="39146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4F46B7-DF2B-B4E9-695B-9F6B268D6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006" y="4520474"/>
            <a:ext cx="3131377" cy="20496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92487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6B50-FA04-7236-669B-2D19F59C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A88065A4-B1C4-D2E3-10E9-60793A376E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A1677C5-E52F-02A8-0442-C131A9EFF9B8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39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E9468-6DD6-6EF5-42B2-D582D9E18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3DFCCE-7266-2ACE-33BF-840F96D5C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7DAB9-415E-9B17-7D95-4F1B871E1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968C0B8-CB55-5881-ED20-7505C22768C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10.3 Adding Search Functionality – 10.3.4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F2F97-4C86-1798-605B-64D9B830E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5E654-4DEE-E879-0283-74634F15B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2561" y="2078022"/>
            <a:ext cx="11486508" cy="42330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1D63A6-85BA-6BED-F294-345972C8CC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4467" y="4540959"/>
            <a:ext cx="1756356" cy="17563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3419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8BC0-03FD-26AA-7C53-C9EE917D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70EC0513-BEC1-EA94-1527-3CFB6A87A6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221C671-BE65-C287-DD49-0ABCE90D763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511E5-87C2-3820-A59E-A882B944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9E3D77-A76E-0AD7-B4B9-C9D681A4F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F154D-D757-4793-A723-956447B2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ADB4A08-65BD-A3AF-1F56-FABEA1C249C3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10.3 Adding Search Functionality – 10.3.5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CBE9D-9CAC-0574-01E8-43136AACB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B43A19-5A67-466F-067B-0A98B1E2E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78022"/>
            <a:ext cx="11034445" cy="40804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C214E-505D-2EC8-BAA6-E769E4E7E6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137" y="4538646"/>
            <a:ext cx="3245477" cy="1825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07633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22C2E-ED05-25AB-317A-C35EEB9C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21F0911B-C879-4D44-3C3A-B1F33D8B0C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5521FE2-9340-5674-D87F-4CADDB9875C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B8D39-5EEC-5A36-3715-219F62B5E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2B0D49-C7D0-F4D1-41DB-32F49BFBE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57968-0019-8644-2E04-5BDABCEC8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F26AF95-EE08-9143-6EA1-7221606DBF87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10.4 Adding Pagination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66AB4-7180-63FD-4764-A3C95AF80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altLang="zh-CN" sz="4800" b="1" dirty="0"/>
              <a:t>10. Adding Search &amp; Pagination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2F6EBF-518A-E3BE-2357-CC4C5ED919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1659" y="2032321"/>
            <a:ext cx="10858702" cy="42192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7D0D1F-1E54-7FBB-5045-6A46E4F57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505" y="4271354"/>
            <a:ext cx="2423183" cy="2304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24460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F6ED-B4C3-6A9A-9F5C-6E9C6409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7CCF54E-D6C6-1D7A-9F4B-46A73DF0A7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75C0717-7C73-534B-5971-BE9A73A48D3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02B44-5117-3A13-8203-43D47DDC6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54D2C3-4B36-5F29-835A-637A6273E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ECE49-20EF-C29F-5DFD-42FEBB630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645DA12-2D61-F820-33AA-F2BB73A5EDF4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11.1 What’s Server Action? 11.2 Using Forms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D32EE-371D-09F3-7CC5-31DBF30D7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7A7391-A4B6-3554-324B-700506B17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25" y="2016216"/>
            <a:ext cx="9407727" cy="44981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58656C-57DB-8800-13EC-F0EC30BFA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8943" y="4124985"/>
            <a:ext cx="5125165" cy="20767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129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1534-0637-4317-E20C-06CBF3A9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41B44E5-3851-143D-B962-18928B053D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56245" y="-5003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B4FD590-280C-A080-8604-83F6246ACE0F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0D377-6D26-7453-52F6-00035148B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4DB220-126B-603B-ABF4-05FE1429A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9DDBB-D155-5986-4FE8-718679EB9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5616373-A676-7F43-7D7E-C9AC01AD43DD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(1) Create a Form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A78F2-6F8F-98EE-3EF7-2A47CBE41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848152-D98E-ED68-EAD4-50D1F3D60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5" y="1959519"/>
            <a:ext cx="9647770" cy="45931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84703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4A21-5D65-47F3-99F7-CFF324EA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C7A2A859-9FF0-9101-240B-A8AEA28F91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99130" y="-5003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9A0291E-7F15-1CA9-8250-4C47849964F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EC834-38CA-B956-BEA2-87C304C06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02A3C-060D-7C95-E700-0E8D6DDA0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96B72-E767-73CC-0A0A-9AE203D90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3F5DDDA-6BFE-0746-5C10-43B9888404D1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(2) Create a Server Action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CF1E2-1115-5869-E703-1478DB278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AA3CC0-8BC9-F00F-6704-C0646B4FE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0" y="1872263"/>
            <a:ext cx="9638389" cy="46680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42196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50DD-7269-1F56-52FC-9C624496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B9C1C642-C961-A93F-1FBA-E827F702F1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-2409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DB581A4-837B-3C0D-CF12-9BCE6C18F68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2544D-EF9F-79BC-EB03-D2DCD7D5F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28B57-2AF6-49E0-3C5C-9CEAF4751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AC643-4246-D438-A4C7-C665C5508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D2BDC31-639B-41AF-BD7A-15B5DBEFD2DA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(3) Extract Data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110DB-BE3C-7D20-92DB-78EA2FFAA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434842-85C8-E971-369A-9CFBCB1E6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757" y="1959518"/>
            <a:ext cx="9515885" cy="45958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744285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9FF2-E7A1-F0B9-582C-24F36B89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3C935A37-5E21-3432-E243-455B2A8F1C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EE2B4C3-570D-D68F-A7FC-8AD2312E0166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2CCE2-80C2-9F27-F723-67000862A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86EAFC-EE05-DC42-5CEC-86008B754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71008-1A7C-F807-1A37-591ED8E52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D5F2C77-47B3-7CDD-2208-89162F88F996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(4) Validate Data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2BAF8-F030-E856-791C-1A3A4D2F6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B65F0C-C8FE-1CB0-353B-3E9228999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5005" y="1918908"/>
            <a:ext cx="10404034" cy="45767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93738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393D-1DE5-0B67-F4DE-DF3142D5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AF5C6583-E784-93E3-DEB4-38A7886664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BCD81A9-B08F-A632-7E30-0A233A2AE58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87BD4-3229-E5E7-EF3E-47FC85061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0019EE-4816-1E4F-D127-6B3DE2507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2D37E-1376-9A26-5C46-6F1BC0814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4940EF0-0E82-D8B2-C719-83B7926DD501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(5) Insert Data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57576-EC35-2D50-61BA-4E65F9CED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4F1533-750E-3CBD-9DE6-E74D77C5B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22" y="2032321"/>
            <a:ext cx="9196501" cy="4420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7368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2D3FB-04F7-E619-47F1-3F1D857C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E749D1A5-3EAA-BF60-52D1-D2594C0B10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880A0FE-46F5-B636-593E-C570A341271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7B3844-E2CE-D0DC-C8D8-6DA010F64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BFC94-FFF9-2E3A-4BA4-4B7B24A40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03D87-1067-8244-05C1-716BA4AAF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FA48F7F-AD00-C5CF-E808-2E2AE22D6894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11.4 Create Invoice (6) Revalidate/Redirect Data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5BB38-C6EE-7843-DE95-11C1B94A1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C57082-357C-8196-5CEE-5BC3E248A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09" y="1872263"/>
            <a:ext cx="9795893" cy="46456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54599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5C60-85AA-7547-FF0D-815B3D580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F12CD09-02A4-439D-DA26-B0665866ED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1CC742E-E501-3528-8E26-EE288FC9A2CD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E585E-E4F9-B459-5DF2-A5716978C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B7E8BC-3D8E-3FE6-0429-218E6BBD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58858-2B71-EDC1-DC03-828795892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4F9BDE1-8A20-5A82-A8FB-736B596C75D2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11.5 Update Invoice (1) Create Dynamic Route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B4904-C94A-2E8A-D140-1C4AFB563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399A82-2724-1F59-D7CB-98A331210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92" y="1910366"/>
            <a:ext cx="9187751" cy="46799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268082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222E-524D-EBC6-A0EA-6BCE7A98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886319F4-EE44-B1F1-536D-6C3D27105E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25EF5FE-15F2-8CF9-B576-83069FEA4DF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02C1B-3C6E-92E9-D767-6D090E489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3D5305-B2DF-E093-40A3-D623EC603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52643-299F-3E2D-60C5-B6DCBC90C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DD9B569-F73D-599D-F038-F1036DF51DE6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11.5 Update Invoice (2) Read from Page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4F096-8DCA-4C19-63BC-13BC9B01B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70C192-321F-502B-DB4F-9940DA17E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09" y="1959518"/>
            <a:ext cx="9883395" cy="46802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53380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70BC-B254-9E56-0E08-55475EA5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3D71BAFB-9873-0E82-0E59-D23500698C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B2ABEA8-6A90-ADD9-112D-3409DCD01F42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F49CD-7BC7-3DAA-917C-788B4A1DC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46399A-133D-9239-F6EA-488CB0688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66DBA-1C7B-794D-9208-734A86A23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298828A-8D96-932F-FA3B-80BD49D8D6A2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11.5 Update Invoice (3) Fetch Data from DB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D247D-429A-828B-838E-DAF8DD5F0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6D36F3-09E5-8173-5C8B-FD2943124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66" y="2078022"/>
            <a:ext cx="9765267" cy="4410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35059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01D3-6268-4AAD-1B67-E29A0FD7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82649265-1656-6AE2-26A7-E424471AB7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67719C3-ACCD-639A-9B47-F28547CC118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45C4C-0E17-9658-05CB-681CDD286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FBF795-A4EA-ACD5-916A-A6F2EC4A4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B05F5-C315-962B-F96D-AA4984EB0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150E6FF-7115-CBCE-FDCF-ED094EC42AE9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11.5 Update Invoice (4) Pass ‘id’ to Server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8034D-DAF1-1B0D-8DBA-90B1C9475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068304-27CF-4A6D-95F0-8B6D4AAAF3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72" y="1959518"/>
            <a:ext cx="9992774" cy="46325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308791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B998-D9F2-549B-BA6A-059E890A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95F60025-F950-2731-F898-FF67230EFB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293DA5-E3CB-B6C7-DADF-567632395C2D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2A676-18A8-C16F-E711-E8D7B94FB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64C3C8-EB10-7C1C-F1F1-8580CF596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3884C-FFE0-FEA0-F603-8C4C01649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25E111A-F5CB-FB99-6B12-1473BAE660F0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11.6 Deleting an Invoice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58825-9122-2BFF-F3E1-5F260F72A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11. Mutating Data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7CFE66-2B4C-6D81-967C-8E406BBDA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839" y="1959518"/>
            <a:ext cx="9156968" cy="4521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886031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D6945-720D-9532-1775-CDFA57FE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71B22DA1-FD9D-FACF-63C6-86A8920949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B6AEF61-E72C-FA8C-B84B-778E5FB04539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DD9E2-BB70-7D66-09CD-14746B70F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FD8B3-80E4-07C6-E49E-B8E89640D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9299-B62F-2D3A-2CBD-6480B5FA1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A3E142E-7CD5-EEAF-BE12-30220E8A86D8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12.1 Adding “try/catch” to Server Actions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C654-89CC-0929-EAAA-A22EB94C9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12. Handling Errors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B707B5-98D9-F75F-0194-7C37AD9A7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121640"/>
            <a:ext cx="10440857" cy="41344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4D98A3-A82D-B53C-2373-02F1707F3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3614" y="4058831"/>
            <a:ext cx="3906197" cy="21972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6186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93631-DD77-7F8E-D34B-ABA05568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0CCA4757-681D-406D-7A48-408EFE2B2C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F56DF3-3506-C65B-BBF3-12A4EC6B5648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42F0D-AE0C-C9A0-7096-EF85CCAE4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BBCC77-2323-7042-2485-096095511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89D07-7E83-8345-78A3-E6FD8F276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FFC572D-A710-8EBB-07BC-1A5CCE860EB6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12.2 Handling all errors with “</a:t>
            </a:r>
            <a:r>
              <a:rPr lang="en-US" altLang="zh-CN" sz="3600" b="1" cap="none" dirty="0" err="1"/>
              <a:t>error.tsx</a:t>
            </a:r>
            <a:r>
              <a:rPr lang="en-US" altLang="zh-CN" sz="3600" b="1" cap="none" dirty="0"/>
              <a:t>”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F80B-F9DE-F906-D232-C8ADFB3E5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12. Handling Errors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A6EF26-142E-306E-5982-0D31E5278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9375" y="2032321"/>
            <a:ext cx="10650436" cy="42582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620972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618F-5C19-028D-0613-AF8BD35D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1837E554-EC39-E919-422F-CC72D6D9AB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9C35F1D-A342-8211-5AC4-7F38CFFDCDD0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57CAF-0420-0014-271A-6F3803856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D08092-296A-4852-6767-977FAD763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071859-165B-5D34-438A-5CEF22F64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F9E6A33-8988-7915-0591-D039FF2B15A8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12.3 Handling 404 errors with “</a:t>
            </a:r>
            <a:r>
              <a:rPr lang="en-US" altLang="zh-CN" sz="3600" b="1" cap="none" dirty="0" err="1"/>
              <a:t>notFound</a:t>
            </a:r>
            <a:r>
              <a:rPr lang="en-US" altLang="zh-CN" sz="3600" b="1" cap="none" dirty="0"/>
              <a:t>”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F0981-C79B-71C3-4AAA-C0AD58003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12. Handling Errors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DC6EF4-EBA1-13CB-07D7-0F980209C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3731" y="2078022"/>
            <a:ext cx="10669489" cy="41915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AEE8CA-EB5A-F155-D796-C40D20B54E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207" y="3918637"/>
            <a:ext cx="2556729" cy="25567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34542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19E82-6DC1-D4C2-B092-E0D33DAF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52CAA742-7FF4-46A1-C2DC-FC0BCA5BD0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FFB38FB-8D89-4CD0-65B3-9B316B528E2C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670C6-8C65-A94C-ABA8-7B3FB2283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897AE-B2C2-11B4-34C6-D3B221679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397CC-8924-3B22-5020-A63308725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7D021B5-4812-68CC-B0B1-B07AE70FF24A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13.1/13.2 </a:t>
            </a:r>
            <a:r>
              <a:rPr lang="en-US" altLang="zh-CN" sz="3600" b="1" cap="none" dirty="0" err="1"/>
              <a:t>ESLint</a:t>
            </a:r>
            <a:r>
              <a:rPr lang="en-US" altLang="zh-CN" sz="3600" b="1" cap="none" dirty="0"/>
              <a:t> Accessibility Plug-in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35174-AE4F-1DD2-21B8-AD5A4D85C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13. Improving Accessibility</a:t>
            </a:r>
            <a:endParaRPr lang="en-US"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2DB7D7-D859-4F54-7944-C225DBB40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00" y="2122725"/>
            <a:ext cx="9685495" cy="39432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CB129E-F1BA-D3B2-22F1-8A088E58E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576" y="4392130"/>
            <a:ext cx="2470050" cy="20185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6671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9039-9095-3DB3-ED99-DED35165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BAFCEBD1-0B62-A37F-E011-BE9730FA51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1658C2C-8052-A742-033C-42AC105A2B6A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A9EC8-67DD-A7CF-1AC9-C2861C0E3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4B5B5-D5EF-C5DC-3694-EC47D2222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64CB5-19AD-3F5A-9290-AC18A040C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F990C963-74A3-6943-0DBF-BAB5D8759AFE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13.3/13.4 Form Accessibility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A8B22-184E-1299-273D-36C0AFFFC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13. Improving Accessibility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CD0DA5-7617-53A5-ABF9-EA77281F0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32321"/>
            <a:ext cx="10381015" cy="43742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39133E-30D5-9C2D-A4AC-262DD3BED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0652" y="4484500"/>
            <a:ext cx="3970988" cy="21490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270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C248-A997-D942-A9B1-36D49500B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3DAF8813-880E-74BD-645D-10EFEF137B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5F67EB2-F9C6-BFF2-5F04-21CF5D612E2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59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134F7-68CF-3C4A-E2EC-5862E8C54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57AD23-4CF6-8E47-8517-279924BCE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CFE4A-B78B-73A2-0958-CFF4E5CB4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F2F68F6E-8AAB-6842-881F-49DA1D36152E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13.5 Practice: Adding aria labels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C518B-36B5-C839-3E55-B6F438FED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13. Improving Accessibility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57FA5D-8D0C-62D8-C7D1-F23B2A728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13" y="2117699"/>
            <a:ext cx="10514750" cy="4270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5293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3DEC-EE5B-F406-4F31-F6926B4B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F7FB528A-1F47-CE0F-81A6-F4E3170DFB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40C34DD-18CA-32F7-C2B5-DC40035F3A65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6BC78-04B3-8967-9086-825FAD0D8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8559F8-3091-5E3D-B396-FC7441007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BA73B-442E-A62B-34CF-5362379A7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00D7C84-2DE1-2F76-9101-1F1C48A7299D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14.1/14.2 Creating Login Route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3E0F1-F0E8-4EAB-3A08-D5D47F53B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6B7FED-F527-21D9-762E-D3E767781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88890" y="2078022"/>
            <a:ext cx="10637950" cy="42358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476584-6246-EBB3-6F7A-43DC353A9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147" y="4700855"/>
            <a:ext cx="3428923" cy="1815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4393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F3EF9-3E2C-4C33-3606-809FE1C1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73264F09-9148-5FAC-6159-1C53D8FB31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BFADE96-811A-3495-3DE4-432B6EFB3F8D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072AE-09D6-95FD-2378-9601363D9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0CDEF6-3CB9-C2AA-1A57-C3F43024F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8D5F1-BCE2-D1DE-796F-C39045A0D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59163D6D-F0BA-231D-4D0A-A23B8FDA69F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14.3/14.4 Setting Up NextAuth.js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CB79C-CF86-4D57-543C-DFC7314CE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A0A9D4-0D0B-4DF5-AA8F-5C1101770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06" y="2032321"/>
            <a:ext cx="9271265" cy="42445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EB1BD4-853B-2819-EC13-15AF4549E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4699823"/>
            <a:ext cx="4128841" cy="1695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27516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3447-46AF-6212-FD23-CB3A0CCF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C66A16B0-E5D5-34AF-2776-55CACAB113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D83D3C0-8A79-B9E3-745E-A1607EBC564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23C7B-6166-0A69-56D6-B2644AA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FD06A2-D671-012C-F830-AB8B70953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F1A574-1BBC-98FD-A38F-0A1731533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DE6672B-F477-30A0-019D-791E89DD1FD1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14.5 Protect Route with Next.js Proxy (1)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4B832-5DD6-AB6C-BC49-CE10677FF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A5651F-43E4-5A41-D88F-52D8671BC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06" y="1959518"/>
            <a:ext cx="9836934" cy="44846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280590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D927-E92B-2454-CCD7-1A0D8E1F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783A2AF7-A3B0-84C0-7F49-DA46AB0368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74C379B-ED7C-61A8-0403-449F3A8E78C4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30851-D7FF-698E-D642-968DD55A9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2AD413-AC83-9B7E-5FA1-0FA11A6E5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B40F5-DDE8-6016-00A4-CC28434B5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ABF1F69-8B9B-D003-DF0E-52EF2A0280C2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14.5 Protect Route with Next.js Proxy (2)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2729C-82C9-244A-D769-E75106471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C5C2A9-C66C-8EB5-3B28-4D3C77883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959518"/>
            <a:ext cx="10585758" cy="44439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1A5A98-D3A6-4F7C-FCA7-49F2B1C9C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362" y="4825811"/>
            <a:ext cx="4662201" cy="189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045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916B-E9A3-B68E-63E2-8B667FA8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9D52B684-5931-1E3E-2977-2648887F7B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2630022-1EC1-51AB-C482-77EC9BFB802B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34BEB-06C5-24F6-4751-4A7079CC5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8F5DF7-7ADA-82AF-100E-1AEAD4E6C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E901E-2C14-CA83-A43E-CEC036ADE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035A6C6-8A8D-D849-B3AA-8D4A961803EB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14.5 Protect Route with Next.js Proxy (3)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EE3F0-BC19-8D6F-C6A4-21E52EC3B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F783AC-FC1A-F37F-7D0B-F7374F677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5" y="1959518"/>
            <a:ext cx="10251583" cy="4337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518608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34967-13F0-0BD4-B434-237EEF1D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6DA7B68E-E857-1E77-0150-9822D30242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5098B6B-ED77-E47B-F0A9-88946BD34D37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4A067-D6D6-E316-E239-1AF9B3346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5E3ED-9F8D-6EC0-6B27-25ADA6F44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43E63-47C0-F203-6731-9F2FF8AC5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5BD8F74D-A1CF-3D9F-1669-EABAC02E585C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14.5 Protect Route with Next.js Proxy (4)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8C0C9-7806-694C-6577-25491F580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48F4AC-F179-DC55-C9FA-41012C78D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1" y="2032321"/>
            <a:ext cx="10212946" cy="4313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03665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251E-96C9-DF63-F863-C7F0D015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3214A62C-CED0-4245-3646-35446D0249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D34DD3F-D2C9-6007-7EF4-3B429FE3F8C1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065DA-524B-B063-2C93-98978251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B7302-6BE7-4839-CC51-17DFFDDEC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7440C-1B26-0AAD-26B1-3379ED83A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9F978AB-1EF0-9259-3F6A-93C438056E77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3600" b="1" cap="none" dirty="0"/>
              <a:t>14.6 Adding Logout Functionality</a:t>
            </a:r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5BB92-7B9C-584E-238C-362683FB8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14. Adding Authentication</a:t>
            </a:r>
            <a:endParaRPr lang="en-US" sz="4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015699-3687-9FF7-EDE0-2275F32AD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37" y="2056718"/>
            <a:ext cx="9878752" cy="44599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9793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7692-A226-CFB9-79F3-E45D210D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46155AB9-FCFB-224E-E831-5C6919417D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6BBC81B-6D42-2A8C-CAFE-1A69A94CF1CA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CC3F0-1261-A1D8-2DA6-993E62FFF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B66E4F-7057-11EE-4F8C-77F54286D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594173-32D8-EEF1-6A97-2F5D2AFF3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A592A2D5-CFD4-9477-E6C3-84D4144BFF00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D9907-91A4-58C7-AA3B-5703C9DB2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15 Adding Metadata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6E414-B548-3340-E989-B3EDCDF9F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86" y="1537475"/>
            <a:ext cx="10059804" cy="47345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011852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A7D2-1EF8-9F08-BDF3-E1572450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in links">
            <a:extLst>
              <a:ext uri="{FF2B5EF4-FFF2-40B4-BE49-F238E27FC236}">
                <a16:creationId xmlns:a16="http://schemas.microsoft.com/office/drawing/2014/main" id="{BAD13A56-609F-DD26-E380-B0B81F6D26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E9389E7-9AA4-19FA-B57F-E2563C76F789}"/>
              </a:ext>
            </a:extLst>
          </p:cNvPr>
          <p:cNvSpPr txBox="1">
            <a:spLocks/>
          </p:cNvSpPr>
          <p:nvPr/>
        </p:nvSpPr>
        <p:spPr>
          <a:xfrm>
            <a:off x="8483689" y="241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68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D46C7-F938-FB8C-A828-CFE6CA2C0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" y="-1"/>
            <a:ext cx="3896391" cy="2481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9DD516-A05E-907E-ABA0-2FE27B0E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730" y="50040"/>
            <a:ext cx="4741596" cy="94655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/>
              <a:t>App Router</a:t>
            </a:r>
            <a:endParaRPr lang="ru-RU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705A82-CE4C-AD7A-5029-9DC87D8FB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42" y="271032"/>
            <a:ext cx="1420028" cy="652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C2453A0-B328-692F-78BF-70E9A31ACB93}"/>
              </a:ext>
            </a:extLst>
          </p:cNvPr>
          <p:cNvSpPr txBox="1">
            <a:spLocks/>
          </p:cNvSpPr>
          <p:nvPr/>
        </p:nvSpPr>
        <p:spPr>
          <a:xfrm>
            <a:off x="2685143" y="1872263"/>
            <a:ext cx="9407727" cy="63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3600" b="1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440D3-6667-F228-26A2-528D7BC7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143" y="1083848"/>
            <a:ext cx="9407727" cy="7884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r>
              <a:rPr lang="en-US" altLang="zh-CN" sz="4800" b="1" dirty="0"/>
              <a:t>16 Next Steps</a:t>
            </a:r>
            <a:endParaRPr lang="en-US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BB042D-A6BF-0A5B-7EF0-C059CA552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00357"/>
            <a:ext cx="9538950" cy="45501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2B4A9C-4A2C-6249-CB5F-9D8146920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759" y="2044169"/>
            <a:ext cx="5240307" cy="3981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64900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224E-FBBF-DCF2-BCE0-F89D770B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DD2F1915-0578-BFD3-9A84-EC539FE67E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11" name="Picture 10" descr="A white circle with a blue circle with a blue circle with a blue circle with a white circle with a blue circle with a blue circle with a white circle with a blue circle with a blue circle&#10;&#10;AI-generated content may be incorrect.">
            <a:extLst>
              <a:ext uri="{FF2B5EF4-FFF2-40B4-BE49-F238E27FC236}">
                <a16:creationId xmlns:a16="http://schemas.microsoft.com/office/drawing/2014/main" id="{0F598311-938F-38BB-7988-5E42EF16C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894" y="1055718"/>
            <a:ext cx="5675290" cy="34244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C9C9B5-0B44-AD56-606E-CF46AAE42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749" y="20595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altLang="zh-CN" sz="6000" b="1" dirty="0"/>
              <a:t>Learn Next.js</a:t>
            </a:r>
            <a:endParaRPr lang="ru-RU" sz="6000" b="1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BA4EC0A-CB15-D8BB-A5A0-B712501C96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98904"/>
              </p:ext>
            </p:extLst>
          </p:nvPr>
        </p:nvGraphicFramePr>
        <p:xfrm>
          <a:off x="652530" y="4211392"/>
          <a:ext cx="10985677" cy="2155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303699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65AF-FB62-51DB-6D92-389FDFF8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50C3019B-9A59-E401-0A90-6F64498924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14" name="Picture 13" descr="A group of cubes with a symbol and a blue light&#10;&#10;AI-generated content may be incorrect.">
            <a:extLst>
              <a:ext uri="{FF2B5EF4-FFF2-40B4-BE49-F238E27FC236}">
                <a16:creationId xmlns:a16="http://schemas.microsoft.com/office/drawing/2014/main" id="{9EA4EC37-781B-0F3A-7A2C-3F764A65F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8" y="0"/>
            <a:ext cx="10660144" cy="685800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50F498F-D597-91DE-4C9A-E03DE2BFD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824325"/>
              </p:ext>
            </p:extLst>
          </p:nvPr>
        </p:nvGraphicFramePr>
        <p:xfrm>
          <a:off x="2220891" y="4632111"/>
          <a:ext cx="8128000" cy="1408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9" name="Picture 18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A6B6E7A8-3E48-E4C9-3A9A-A0EFB6D831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9171" y="4926207"/>
            <a:ext cx="858165" cy="776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" name="Picture 2" descr="A white circle with a blue circle with a blue circle with a blue circle with a white circle with a blue circle with a blue circle with a white circle with a blue circle with a blue circle&#10;&#10;AI-generated content may be incorrect.">
            <a:extLst>
              <a:ext uri="{FF2B5EF4-FFF2-40B4-BE49-F238E27FC236}">
                <a16:creationId xmlns:a16="http://schemas.microsoft.com/office/drawing/2014/main" id="{BDF53D22-B47B-92BE-1E15-906174A828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7177" y="270455"/>
            <a:ext cx="6915427" cy="41727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D4FAAA-F8C4-0193-DCAB-40D3826575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4558" y="4863350"/>
            <a:ext cx="981212" cy="800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952309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B810-4562-CF05-B49F-67ABC0BA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EF47FAB-57E5-5509-2F6F-13A5EFC047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14" name="Picture 13" descr="A group of cubes with a symbol and a blue light&#10;&#10;AI-generated content may be incorrect.">
            <a:extLst>
              <a:ext uri="{FF2B5EF4-FFF2-40B4-BE49-F238E27FC236}">
                <a16:creationId xmlns:a16="http://schemas.microsoft.com/office/drawing/2014/main" id="{4264879D-64EC-50FB-0155-E6162B48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8" y="0"/>
            <a:ext cx="10660144" cy="685800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0A1C6F39-AB7F-24BB-C13F-038A22768E44}"/>
              </a:ext>
            </a:extLst>
          </p:cNvPr>
          <p:cNvGraphicFramePr/>
          <p:nvPr/>
        </p:nvGraphicFramePr>
        <p:xfrm>
          <a:off x="2220891" y="4632111"/>
          <a:ext cx="8128000" cy="1408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9" name="Picture 18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B3D76C5A-794C-B75A-F7F6-D467E2DE1E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9171" y="4926207"/>
            <a:ext cx="858165" cy="776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" name="Picture 2" descr="A white circle with a blue circle with a blue circle with a blue circle with a white circle with a blue circle with a blue circle with a white circle with a blue circle with a blue circle&#10;&#10;AI-generated content may be incorrect.">
            <a:extLst>
              <a:ext uri="{FF2B5EF4-FFF2-40B4-BE49-F238E27FC236}">
                <a16:creationId xmlns:a16="http://schemas.microsoft.com/office/drawing/2014/main" id="{43EA67BE-A6E0-F223-488F-A69FA8DA51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7177" y="270455"/>
            <a:ext cx="6915427" cy="41727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488C7E-C6CD-C64C-01FB-EB48AD5539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8061" y="4926207"/>
            <a:ext cx="778462" cy="776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50308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15446</TotalTime>
  <Words>1067</Words>
  <Application>Microsoft Office PowerPoint</Application>
  <PresentationFormat>Widescreen</PresentationFormat>
  <Paragraphs>351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Century Gothic</vt:lpstr>
      <vt:lpstr>Wingdings 3</vt:lpstr>
      <vt:lpstr>Ion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App Router</vt:lpstr>
      <vt:lpstr>Learn Next.js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101</cp:revision>
  <dcterms:created xsi:type="dcterms:W3CDTF">2026-01-17T04:16:23Z</dcterms:created>
  <dcterms:modified xsi:type="dcterms:W3CDTF">2026-02-18T07:28:14Z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2026-01-17T04:52:16Z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a3ac4781-fe0a-4202-bb7f-f332c745cf40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