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276" r:id="rId5"/>
    <p:sldId id="256" r:id="rId6"/>
    <p:sldId id="257" r:id="rId7"/>
    <p:sldId id="277" r:id="rId8"/>
    <p:sldId id="270" r:id="rId9"/>
    <p:sldId id="278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1" autoAdjust="0"/>
  </p:normalViewPr>
  <p:slideViewPr>
    <p:cSldViewPr snapToGrid="0">
      <p:cViewPr varScale="1">
        <p:scale>
          <a:sx n="111" d="100"/>
          <a:sy n="111" d="100"/>
        </p:scale>
        <p:origin x="513" y="4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 custT="1"/>
      <dgm:spPr/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React Foundations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3F8A6D25-EC33-4E79-9F36-36771A974919}">
      <dgm:prSet phldrT="[Text]" phldr="0" custT="1"/>
      <dgm:spPr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gm:spPr>
      <dgm:t>
        <a:bodyPr spcFirstLastPara="0" vert="horz" wrap="square" lIns="170688" tIns="85344" rIns="42672" bIns="85344" numCol="1" spcCol="1270" anchor="ctr" anchorCtr="0"/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2A8D39A9-50C8-4D4F-B033-79DECE006E66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Pages Router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6D71B52B-3920-4F69-82CF-D2F6B276680D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 dirty="0">
              <a:solidFill>
                <a:srgbClr val="00B050"/>
              </a:solidFill>
              <a:effectLst/>
            </a:rPr>
            <a:t>SEO</a:t>
          </a:r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2586569" y="431693"/>
          <a:ext cx="3229188" cy="1291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3218" y="431693"/>
          <a:ext cx="3229188" cy="1291675"/>
        </a:xfrm>
        <a:prstGeom prst="homePlat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React Foundations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3218" y="431693"/>
        <a:ext cx="2906269" cy="1291675"/>
      </dsp:txXfrm>
    </dsp:sp>
    <dsp:sp modelId="{927287C2-A3D7-40DA-9CC5-879018D16C6C}">
      <dsp:nvSpPr>
        <dsp:cNvPr id="0" name=""/>
        <dsp:cNvSpPr/>
      </dsp:nvSpPr>
      <dsp:spPr>
        <a:xfrm>
          <a:off x="2586569" y="431693"/>
          <a:ext cx="3229188" cy="1291675"/>
        </a:xfrm>
        <a:prstGeom prst="chevron">
          <a:avLst/>
        </a:prstGeom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sp:txBody>
      <dsp:txXfrm>
        <a:off x="3232407" y="431693"/>
        <a:ext cx="1937513" cy="1291675"/>
      </dsp:txXfrm>
    </dsp:sp>
    <dsp:sp modelId="{0FFC9F85-D342-4563-A0C2-89C6B83FD375}">
      <dsp:nvSpPr>
        <dsp:cNvPr id="0" name=""/>
        <dsp:cNvSpPr/>
      </dsp:nvSpPr>
      <dsp:spPr>
        <a:xfrm>
          <a:off x="5169919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Pages Router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5815757" y="431693"/>
        <a:ext cx="1937513" cy="1291675"/>
      </dsp:txXfrm>
    </dsp:sp>
    <dsp:sp modelId="{903FC15E-8A12-4ACF-90BF-441209C11D87}">
      <dsp:nvSpPr>
        <dsp:cNvPr id="0" name=""/>
        <dsp:cNvSpPr/>
      </dsp:nvSpPr>
      <dsp:spPr>
        <a:xfrm>
          <a:off x="7753270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00B050"/>
              </a:solidFill>
              <a:effectLst/>
            </a:rPr>
            <a:t>SEO</a:t>
          </a:r>
        </a:p>
      </dsp:txBody>
      <dsp:txXfrm>
        <a:off x="8399108" y="431693"/>
        <a:ext cx="1937513" cy="12916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1/24/2026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1/24/2026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C7126-4785-6F23-806A-94F4FA0E0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150D2-105A-2F82-0ECB-F19BD7BEA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8D1BEE-D27E-E195-D315-77C949C29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39FE7-EB62-CD28-CCC1-F88018C36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9507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4FF35-9CC1-662F-C04B-06BB8FB9B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D8448-A4E1-7CD9-3902-0B9A90D73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24DDA-3136-DAF9-BE11-BD505F7AD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28D75-8D16-2FB4-3901-EE3D079BAA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8885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2FA0D-0222-ECB5-4EEC-A6F98D922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CA61-C078-B0F9-5D5C-538F58DF34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328CB7-DB05-40F8-BAD4-4098275D7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40C18-A1F7-9F81-2FAD-19698786A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218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7.png"/><Relationship Id="rId9" Type="http://schemas.microsoft.com/office/2007/relationships/diagramDrawing" Target="../diagrams/drawing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11" Type="http://schemas.openxmlformats.org/officeDocument/2006/relationships/image" Target="../media/image7.png"/><Relationship Id="rId5" Type="http://schemas.openxmlformats.org/officeDocument/2006/relationships/diagramData" Target="../diagrams/data2.xml"/><Relationship Id="rId10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microsoft.com/office/2007/relationships/diagramDrawing" Target="../diagrams/drawing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3.xml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11" Type="http://schemas.openxmlformats.org/officeDocument/2006/relationships/image" Target="../media/image7.png"/><Relationship Id="rId5" Type="http://schemas.openxmlformats.org/officeDocument/2006/relationships/diagramData" Target="../diagrams/data3.xml"/><Relationship Id="rId10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microsoft.com/office/2007/relationships/diagramDrawing" Target="../diagrams/drawin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0224E-FBBF-DCF2-BCE0-F89D770B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2F1915-0578-BFD3-9A84-EC539FE67E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1" name="Picture 10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0F598311-938F-38BB-7988-5E42EF16C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1894" y="1055718"/>
            <a:ext cx="5675290" cy="342446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C9C9B5-0B44-AD56-606E-CF46AAE42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7749" y="20595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altLang="zh-CN" sz="6000" b="1" dirty="0"/>
              <a:t>Learn Next.js</a:t>
            </a:r>
            <a:endParaRPr lang="ru-RU" sz="6000" b="1" dirty="0"/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0BA4EC0A-CB15-D8BB-A5A0-B712501C96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0498904"/>
              </p:ext>
            </p:extLst>
          </p:nvPr>
        </p:nvGraphicFramePr>
        <p:xfrm>
          <a:off x="652530" y="4211392"/>
          <a:ext cx="10985677" cy="21550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3036992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113088"/>
            <a:ext cx="5288198" cy="1188323"/>
          </a:xfrm>
        </p:spPr>
        <p:txBody>
          <a:bodyPr>
            <a:normAutofit fontScale="90000"/>
          </a:bodyPr>
          <a:lstStyle/>
          <a:p>
            <a:r>
              <a:rPr lang="en-US" dirty="0"/>
              <a:t>App Router</a:t>
            </a:r>
            <a:endParaRPr lang="ru-RU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4843373" y="90652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0E94F8-4D19-7F67-011A-1A37910CA6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3F1AE07-B321-49AB-46AC-71134238D7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560889"/>
            <a:ext cx="8134753" cy="36282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16859" y="2042508"/>
            <a:ext cx="4897822" cy="1266497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b="1" dirty="0"/>
              <a:t>Introduction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83A79B-4136-7356-9D20-63869C09FF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8948" y="5619964"/>
            <a:ext cx="2150828" cy="98869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398922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1. Getting Started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C0B91F-5EDF-4DD4-3D99-59EDEEB7C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00445A-227F-602E-C4EC-989B5130E4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B10A20-E426-E955-9570-E22A7E2EE9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031" y="2090603"/>
            <a:ext cx="8897420" cy="44139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88C70-013E-E4B0-35AC-B37FDF955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03AF50B-B741-6B45-E1EA-64FFED3E28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614207A-E840-8E82-6644-D8AECCEA0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398922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821D0EE-231E-E66E-3862-EEA8A7AB3567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40BB6-8185-95AC-92A3-8179751E9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7B7C93-BCED-F10C-E31D-56BDA97286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F8B7B5-A8A7-DB73-DCAB-0B3D45EC4F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425094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7824325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D4FAAA-F8C4-0193-DCAB-40D38265758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558" y="4863350"/>
            <a:ext cx="981212" cy="8002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B810-4562-CF05-B49F-67ABC0BAB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EF47FAB-57E5-5509-2F6F-13A5EFC047C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4264879D-64EC-50FB-0155-E6162B4873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0A1C6F39-AB7F-24BB-C13F-038A22768E44}"/>
              </a:ext>
            </a:extLst>
          </p:cNvPr>
          <p:cNvGraphicFramePr/>
          <p:nvPr/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B3D76C5A-794C-B75A-F7F6-D467E2DE1E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43EA67BE-A6E0-F223-488F-A69FA8DA51D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8488C7E-C6CD-C64C-01FB-EB48AD55399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8061" y="4926207"/>
            <a:ext cx="778462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503087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3794</TotalTime>
  <Words>39</Words>
  <Application>Microsoft Office PowerPoint</Application>
  <PresentationFormat>Widescreen</PresentationFormat>
  <Paragraphs>21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Calibri</vt:lpstr>
      <vt:lpstr>Century Gothic</vt:lpstr>
      <vt:lpstr>Wingdings 3</vt:lpstr>
      <vt:lpstr>Ion</vt:lpstr>
      <vt:lpstr>Learn Next.js</vt:lpstr>
      <vt:lpstr>App Router</vt:lpstr>
      <vt:lpstr>App Router</vt:lpstr>
      <vt:lpstr>App Router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31</cp:revision>
  <dcterms:created xsi:type="dcterms:W3CDTF">2026-01-17T04:16:23Z</dcterms:created>
  <dcterms:modified xsi:type="dcterms:W3CDTF">2026-01-24T12:17:12Z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