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9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5"/>
    <p:sldId id="257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76" r:id="rId22"/>
    <p:sldId id="270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</p14:sldIdLst>
        </p14:section>
        <p14:section name="ch03" id="{88CE00CF-A120-4584-A748-73913B9C58A6}">
          <p14:sldIdLst>
            <p14:sldId id="282"/>
            <p14:sldId id="283"/>
            <p14:sldId id="284"/>
            <p14:sldId id="285"/>
          </p14:sldIdLst>
        </p14:section>
        <p14:section name="ch04" id="{DA200A39-2EB3-4544-863B-25110295633C}">
          <p14:sldIdLst>
            <p14:sldId id="286"/>
            <p14:sldId id="287"/>
            <p14:sldId id="288"/>
          </p14:sldIdLst>
        </p14:section>
        <p14:section name="ch05" id="{00A44908-D378-4093-81BB-8612BB603F83}">
          <p14:sldIdLst>
            <p14:sldId id="289"/>
            <p14:sldId id="290"/>
          </p14:sldIdLst>
        </p14:section>
        <p14:section name="ch06" id="{20A7F0C4-63B0-4E99-9132-E1B729ABB4A0}">
          <p14:sldIdLst>
            <p14:sldId id="291"/>
            <p14:sldId id="292"/>
          </p14:sldIdLst>
        </p14:section>
        <p14:section name="covers" id="{E5823A51-8D0B-45F5-A8F0-5C43B5C81155}">
          <p14:sldIdLst>
            <p14:sldId id="276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1188" y="4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1/27/2026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0849E-B1BA-0107-D5B3-6DF7B482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F3647-769E-3071-C083-2E350E7AC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CCD18-911A-21E0-D56A-0E60ABA5D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6288-23A1-27B7-436D-538348C96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6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A7EE-D0A6-BD4F-410D-737FD78B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91A0-879E-C87D-A7B2-194A340B6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55FF7-E698-EC62-7490-BE85F3BD8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195AF-9DE0-0859-7026-F2A97C85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4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963F9-5CF1-3D74-54E5-471012AE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D74FA-6716-2430-F6BC-D8B739EC1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10324-A241-A048-CE1C-FCD0A91A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ABF4-42BF-DA2B-CF6A-DEFC72070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20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CECB-EE5E-4C5E-356C-93412FB7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8C4EB-7779-3CBA-6245-05724FB0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3C1DD-B6F8-96AF-D2FC-0D7A8C9B7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4713C-0503-5D9A-F798-71705984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032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DBF1-5110-F0EB-0F9D-210E2AAA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47C3C-5CFC-0880-7D78-F8C22BB48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BDDDD-C635-FF1D-1D25-526B3D9EE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F539B-0BAA-2C03-1C24-46DCC02A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7920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39B7C-16FD-4238-95AA-78ED20F87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06064-BE4E-9382-071B-6B673AE97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DD57D-532E-C53A-AE10-10C8CE27E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4D50B-EDB1-5D0F-C3D3-4699A93BA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80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9164-3F7F-00DA-6ED2-B5D37341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40251-4F23-226F-6B58-E3804150D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F0FFC-B77D-7699-EAD2-E2D91D9DD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F9631-241E-39A0-1AD0-7F7FD33B0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303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D91E-C0EF-A2F0-9060-CB9F5B3D5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3AC52-3F84-FF5F-028B-BA0566AF3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B30CD-FA2C-F018-23F4-A8F1E3CD1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BB71A-6D04-119F-09C2-E1893335D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7378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C608A-0FD8-F169-EDBF-12A2B8A11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914FB-811F-A7D2-7D9D-95212C83A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1AED8-C368-E2DE-BC6C-003F2D70F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7DE4A-4490-028E-2A8D-B54E00864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8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3EC1E-6479-D6BF-3DC4-6460B54E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56E63-F2FA-2E82-7C3A-F4A9D63EB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64853-D05D-34FC-46EF-2FFF2C36E3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52A7-86C0-9463-5CD9-CEA4EFD2A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3422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8732-58D5-97DF-3BDD-38DED972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8E8E1-C66F-1FD0-E6B3-ED12F3C07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4F0A9-8C93-9C1C-6C4B-9D79AF196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62A1B-C342-71A2-5079-DCCBF169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7719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32.png"/><Relationship Id="rId9" Type="http://schemas.microsoft.com/office/2007/relationships/diagramDrawing" Target="../diagrams/drawing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32.png"/><Relationship Id="rId5" Type="http://schemas.openxmlformats.org/officeDocument/2006/relationships/diagramData" Target="../diagrams/data2.xml"/><Relationship Id="rId10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microsoft.com/office/2007/relationships/diagramDrawing" Target="../diagrams/drawing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32.png"/><Relationship Id="rId5" Type="http://schemas.openxmlformats.org/officeDocument/2006/relationships/diagramData" Target="../diagrams/data3.xml"/><Relationship Id="rId10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C92-9EBD-C300-8FD5-949FA8E8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11FE77B-A764-78AA-906F-FFC3D9AFEC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783CB31-4982-8D63-C564-2F422D1FDD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2CCF5-7FF0-BD53-175A-523D6048C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D9D8A-5C91-E7D1-1B23-551071FA4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4E9844-12AB-8CB5-9F96-B5C0AE5D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4A54A58-AD33-37A6-E3AA-540D94417F5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3.1/3.2 Adding Primary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D7F02-6AC2-D46E-2A29-BBE7646FB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41E53D-752A-3477-B398-8AC662596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910791"/>
            <a:ext cx="9612066" cy="4572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8D16EE-D7D1-DADA-3694-B9B222B2E4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1678" y="4418029"/>
            <a:ext cx="5430008" cy="18766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3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88546-FEA0-DF40-02DF-D83C7829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81E030E-5182-A799-10FA-D6149B9293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E29FF69-C4CC-CBA5-5F6F-81B89ADDE4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8D8836-8156-6270-33C7-40A7AF26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7110EB-482E-9AF8-9A23-3350E5975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5C3AA4-EC50-5D2A-6A2E-8B4878245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803D183-B3D1-CFED-DBAE-474CA2DB69E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3.3 Practice: Add a 2</a:t>
            </a:r>
            <a:r>
              <a:rPr lang="en-US" altLang="zh-CN" sz="3600" b="1" cap="none" baseline="30000" dirty="0"/>
              <a:t>nd</a:t>
            </a:r>
            <a:r>
              <a:rPr lang="en-US" altLang="zh-CN" sz="3600" b="1" cap="none" dirty="0"/>
              <a:t>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72506-FA98-05E1-A96A-7FBEE23C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17F3-2188-8932-A1A5-6501F6E8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88" y="1872263"/>
            <a:ext cx="9573961" cy="46393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939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8BBA-4038-EC9D-1015-19C87D99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F8DE56-FCDD-4885-7530-68BC209E57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12BB59-55C0-38DA-9118-9ED7237AB77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9991E-411A-F085-B7EA-1FE5BC8B6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59314-3B91-E14D-2E74-D4C63112D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5A144-532D-AF44-A250-2C00D0041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E28ED86-1549-D993-EA74-C112DC50571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052454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3.4/3.5/3.6 Adding Desktop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8EFDAE-308A-71EB-35AB-0AA40B40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BA5F2-3F86-E89F-C7B4-62B24D8EF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23" y="1959518"/>
            <a:ext cx="9497750" cy="4534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850706-6935-27E6-BB44-BDDD1D94D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7144" y="4466756"/>
            <a:ext cx="4239217" cy="1028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88104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FFB8B-A01D-2B21-B036-99301487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4A6BC9F-BBFE-5A2A-2691-8F713E8AAA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446DE6-87A8-013A-6F62-C7D267F5BEA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BF8C84-D63E-1A93-790B-077DD275A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9AED1C-53D6-1E5B-A696-9C19625E7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0907DF-088E-B9CE-D75D-5AE009009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61627EC-4510-D6C8-0252-D04E489C6E3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3.7 Practice: Add Mobile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72061F-E14B-F860-FF78-2E3EA5998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836AE-DB6E-0CAD-C956-6E550D93C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872263"/>
            <a:ext cx="9612066" cy="4686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20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B44A-D612-91F2-AF55-D3CB44B5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B405EBA-B5D6-465D-D30A-BDB3F4EC26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D9E6601-40E9-2E73-1FE4-62E49FC3CE5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ED9AF-2A14-413F-9302-F65069C25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D72D5A-BA7E-B858-E1A1-29DDAD55B3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978822-F247-F3D7-DB2A-90E9FCF20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38BD9FC-69E1-8738-9E57-DF3C071FF351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4.1 Nested routing 4.2 Create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B72EA-518B-D665-C3CE-C0A6B371E8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212513-A107-6E25-1524-087990844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85205"/>
            <a:ext cx="10438544" cy="4217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94957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C64CD-BDA0-25A2-285F-5BBF5F909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09DFD75-30F5-3447-FCE8-72E2B91625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3949CA5-CBEA-4668-F81D-7794D2D8B1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5DF9F-80F9-0591-A1FC-823799276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0A1416-E466-3F6F-7390-27E66A550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05E1F-2F1E-303F-3CBA-82B19F6D6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14D7A56-65CB-A815-6E9D-2ED3BA1A3C3A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4.3 Practice: Create Dashboard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152ED4-8857-5CB9-87C7-8665BBDA2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A70EB5-18FC-7670-AAF7-8E99E5347C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6854" y="1959518"/>
            <a:ext cx="11003622" cy="4475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45944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C6ABF-C404-FFDF-B8A1-8BE0D437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3EB650-D78F-3E4A-2131-50EA9F30DF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AF81C2A-10C0-E8DA-C56D-2C7608AFA5E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59E6A6-1065-A9A6-1330-EB39D7B2C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300F1C-369E-E508-30A3-D3A9DB61BE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3FBE0-DF47-7302-97C7-E72DF9F39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4E3EB08-FE5B-9194-FBFE-C3172AEEF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77A86A-F0DA-6605-2EF3-9C33FC5938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9961"/>
            <a:ext cx="10585758" cy="42815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AEF23AA-A95D-0376-7245-E7B460334D8C}"/>
              </a:ext>
            </a:extLst>
          </p:cNvPr>
          <p:cNvSpPr txBox="1">
            <a:spLocks/>
          </p:cNvSpPr>
          <p:nvPr/>
        </p:nvSpPr>
        <p:spPr>
          <a:xfrm>
            <a:off x="3896391" y="1878488"/>
            <a:ext cx="8196479" cy="1234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4.4 Create Dashboard Layout &amp; </a:t>
            </a:r>
          </a:p>
          <a:p>
            <a:r>
              <a:rPr lang="en-US" altLang="zh-CN" sz="3600" b="1" cap="none" dirty="0"/>
              <a:t>4.5 Root Layout</a:t>
            </a:r>
            <a:endParaRPr lang="en-US" sz="3600" b="1" cap="none" dirty="0"/>
          </a:p>
        </p:txBody>
      </p:sp>
    </p:spTree>
    <p:extLst>
      <p:ext uri="{BB962C8B-B14F-4D97-AF65-F5344CB8AC3E}">
        <p14:creationId xmlns:p14="http://schemas.microsoft.com/office/powerpoint/2010/main" val="4161633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3AF3A-08F7-DF84-EECB-D0FE6D04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B4C7083-EBDE-D3FC-F5D8-8268AE3529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9BAEE5-00EE-AEDB-56A6-0CAE4FF82F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5F4F5-DA53-959C-EFA5-ECCB3AF49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B4F268-76AB-B65C-EC2B-534FDE8E2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440243-5E3B-2A20-81AB-5143DBB94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7AEA444-2853-72DE-0DD1-848A0E6AEC88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5.1/5.2 The &lt;link&gt; component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52368-82D0-25C4-BA76-E53E13B11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5D916B-D182-2FD2-07E4-80862A86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959518"/>
            <a:ext cx="9991916" cy="43684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15259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8B21-0E37-DA28-B60C-EB42C459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AFAE3B-EC0D-5F8E-6FAA-6F2A992E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2CC5D40-6355-8C95-DF25-B72964546D6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E25B37-DF0A-5B98-E8F0-BFA113A90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5294E8-A181-8B17-DD85-972867A9B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A5E9B-ED0F-1BE5-E2F3-31BAA42FD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EEB62C2-0FE2-48CB-AE68-33FF8003729E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5.3 Pattern: Showing active links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89E21-9529-4A57-7970-DF75CED84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5BFB16-0741-9180-CFF1-FBDED588F6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694" y="1959518"/>
            <a:ext cx="10503148" cy="45234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05189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59127-ABA3-C64C-AABE-2B3F834D3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24B1E36-D5D1-3877-AB0E-283BC0131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C49BAF-7B78-A90F-26AA-190400EC5AD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895D2C-880B-5B6A-4A81-59D1F6222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A3D7CA-19AD-B408-513A-72B544319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2A4634-C732-645D-7808-DE312E720B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3227543-C3FB-955E-F688-D72837FD5A6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6.1 Create </a:t>
            </a:r>
            <a:r>
              <a:rPr lang="en-US" altLang="zh-CN" sz="3600" b="1" cap="none" dirty="0" err="1"/>
              <a:t>Github</a:t>
            </a:r>
            <a:r>
              <a:rPr lang="en-US" altLang="zh-CN" sz="3600" b="1" cap="none" dirty="0"/>
              <a:t> Repo and 6.2 </a:t>
            </a:r>
            <a:r>
              <a:rPr lang="en-US" altLang="zh-CN" sz="3600" b="1" cap="none" dirty="0" err="1"/>
              <a:t>Vercel</a:t>
            </a:r>
            <a:r>
              <a:rPr lang="en-US" altLang="zh-CN" sz="3600" b="1" cap="none" dirty="0"/>
              <a:t> Account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032A5-AC50-B445-F084-5476CE411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526ECE-2943-A3DB-5112-6B57C3AE2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2193" y="2032321"/>
            <a:ext cx="9914562" cy="4400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C187A3-AD07-6580-5059-B952F05CC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372" y="4621914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0B8ADC-111F-AED7-B90E-7DF1C2FCE9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1474" y="4621914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988739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5835-1C7B-0AF9-3BBF-ED4D23311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015B-CAEB-1F8F-6555-4E5D8C439D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013667-5AC9-72FC-A2CA-5D72DA0C280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C03A2-0990-05CA-C194-22682781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86A7A8-AA4B-3ABF-9254-D8DF183F2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F5438A-59F5-92DE-1871-ADF141E897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77B65EC-1852-E523-911C-3C3DC72EBE3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6.3 Connect and Deploy Project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724144-44E4-45FA-9EA8-146C90B953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D08636-912A-72E6-F9DF-EA231556B5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189931" cy="447755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18B25F-D1A4-7F30-7F12-4BD240D98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096" y="3669298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D53845D-1113-CC62-04C4-6AD121658D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2934" y="5604990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74A70F6E-A23E-606D-B37E-6745ABA38B50}"/>
              </a:ext>
            </a:extLst>
          </p:cNvPr>
          <p:cNvSpPr/>
          <p:nvPr/>
        </p:nvSpPr>
        <p:spPr>
          <a:xfrm>
            <a:off x="10144807" y="4885218"/>
            <a:ext cx="719191" cy="656090"/>
          </a:xfrm>
          <a:prstGeom prst="downArrow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572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7425</TotalTime>
  <Words>255</Words>
  <Application>Microsoft Office PowerPoint</Application>
  <PresentationFormat>Widescreen</PresentationFormat>
  <Paragraphs>93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Calibri</vt:lpstr>
      <vt:lpstr>Century Gothic</vt:lpstr>
      <vt:lpstr>Wingdings 3</vt:lpstr>
      <vt:lpstr>Ion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52</cp:revision>
  <dcterms:created xsi:type="dcterms:W3CDTF">2026-01-17T04:16:23Z</dcterms:created>
  <dcterms:modified xsi:type="dcterms:W3CDTF">2026-01-28T11:57:31Z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