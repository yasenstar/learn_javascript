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276" r:id="rId33"/>
    <p:sldId id="270" r:id="rId34"/>
    <p:sldId id="278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/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23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49.png"/><Relationship Id="rId9" Type="http://schemas.microsoft.com/office/2007/relationships/diagramDrawing" Target="../diagrams/drawing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5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49.png"/><Relationship Id="rId5" Type="http://schemas.openxmlformats.org/officeDocument/2006/relationships/diagramData" Target="../diagrams/data2.xml"/><Relationship Id="rId10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microsoft.com/office/2007/relationships/diagramDrawing" Target="../diagrams/drawing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5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49.png"/><Relationship Id="rId5" Type="http://schemas.openxmlformats.org/officeDocument/2006/relationships/diagramData" Target="../diagrams/data3.xml"/><Relationship Id="rId10" Type="http://schemas.openxmlformats.org/officeDocument/2006/relationships/image" Target="../media/image51.png"/><Relationship Id="rId4" Type="http://schemas.openxmlformats.org/officeDocument/2006/relationships/image" Target="../media/image50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9214</TotalTime>
  <Words>417</Words>
  <Application>Microsoft Office PowerPoint</Application>
  <PresentationFormat>Widescreen</PresentationFormat>
  <Paragraphs>148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62</cp:revision>
  <dcterms:created xsi:type="dcterms:W3CDTF">2026-01-17T04:16:23Z</dcterms:created>
  <dcterms:modified xsi:type="dcterms:W3CDTF">2026-02-01T07:20:17Z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