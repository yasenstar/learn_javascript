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37"/>
  </p:notesMasterIdLst>
  <p:handoutMasterIdLst>
    <p:handoutMasterId r:id="rId38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8" r:id="rId17"/>
    <p:sldId id="289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  <p:sldId id="303" r:id="rId31"/>
    <p:sldId id="304" r:id="rId32"/>
    <p:sldId id="305" r:id="rId33"/>
    <p:sldId id="276" r:id="rId34"/>
    <p:sldId id="270" r:id="rId35"/>
    <p:sldId id="278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  <p14:sldId id="288"/>
          </p14:sldIdLst>
        </p14:section>
        <p14:section name="ch05" id="{00A44908-D378-4093-81BB-8612BB603F83}">
          <p14:sldIdLst>
            <p14:sldId id="289"/>
            <p14:sldId id="290"/>
          </p14:sldIdLst>
        </p14:section>
        <p14:section name="ch06" id="{20A7F0C4-63B0-4E99-9132-E1B729ABB4A0}">
          <p14:sldIdLst>
            <p14:sldId id="291"/>
            <p14:sldId id="292"/>
            <p14:sldId id="293"/>
            <p14:sldId id="294"/>
            <p14:sldId id="295"/>
          </p14:sldIdLst>
        </p14:section>
        <p14:section name="ch07" id="{09E78D94-F7EE-4EA9-A0B4-DFBAFE65FBFB}">
          <p14:sldIdLst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ch08" id="{A8E0E207-225D-44BF-B5B8-B112C8D4CE34}">
          <p14:sldIdLst>
            <p14:sldId id="303"/>
            <p14:sldId id="304"/>
          </p14:sldIdLst>
        </p14:section>
        <p14:section name="ch09" id="{3DCDBBB8-3A4B-47F8-8781-75C739AA2ECF}">
          <p14:sldIdLst>
            <p14:sldId id="305"/>
          </p14:sldIdLst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111" d="100"/>
          <a:sy n="111" d="100"/>
        </p:scale>
        <p:origin x="513" y="4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presProps" Target="pres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2/7/2026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2/7/2026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59164-3F7F-00DA-6ED2-B5D37341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F40251-4F23-226F-6B58-E3804150D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BF0FFC-B77D-7699-EAD2-E2D91D9DDB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F9631-241E-39A0-1AD0-7F7FD33B0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03030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DD91E-C0EF-A2F0-9060-CB9F5B3D5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13AC52-3F84-FF5F-028B-BA0566AF3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B30CD-FA2C-F018-23F4-A8F1E3CD1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BB71A-6D04-119F-09C2-E1893335D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87378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C608A-0FD8-F169-EDBF-12A2B8A11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14FB-811F-A7D2-7D9D-95212C83A5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61AED8-C368-E2DE-BC6C-003F2D70F0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7DE4A-4490-028E-2A8D-B54E00864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3819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3EC1E-6479-D6BF-3DC4-6460B54E3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656E63-F2FA-2E82-7C3A-F4A9D63EB6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64853-D05D-34FC-46EF-2FFF2C36E3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552A7-86C0-9463-5CD9-CEA4EFD2A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3422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D58732-58D5-97DF-3BDD-38DED972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8E8E1-C66F-1FD0-E6B3-ED12F3C076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4F0A9-8C93-9C1C-6C4B-9D79AF196F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62A1B-C342-71A2-5079-DCCBF169DE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7719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7829B-D889-C86B-016E-113485F6B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793E3E-79AC-5F54-17D4-5A1663E45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F0DFD-6449-9795-8297-34FC47871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B449DD-E8AB-7FD4-352A-4D1EBCFBAC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133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453A1-FAAE-E9FC-3B55-76919803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13587-F61F-1F04-7F48-0EE433BBFA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18B6F-EBBA-F6DC-2320-E82F2C4EE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35B2C-D5E7-AC0F-5065-10D7B67F0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009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07ED9-5259-E7D8-5CCB-73E688C75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838509-6FD0-6EDE-1310-982E3A264F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28A14B-DBEA-66D8-2E41-D7E24C6970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D41151-D8F2-1AA9-1B6A-F657178F7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76665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D62A4-E680-094F-901D-068EED7EA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EFF39B-47CC-D4B6-7781-91B119D2D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93FE5-9F67-F7AF-5155-391290CD6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163DC9-4FB2-5FA1-A18D-6BB63BE3C0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2075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95A04-B7C5-EBD9-E9BD-850883872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36AB1C-5242-EF09-564E-AD218186F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3A2767-9CF8-D277-EEE2-2A8570B9E0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E14E54-2845-C050-455D-91F0A4B2F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767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67552-903D-B761-571D-AF986FD0A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126D41-8EAF-C32C-6E85-E6FB91A24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86C4E0-C673-1381-DE91-066B6BA5DF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51D7F-4A11-FE76-6ACC-7079F2E8B7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40627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F40B-8444-26B9-B15D-EF77B5064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FAAC7D-E3BE-8556-5090-D7DDBFC99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EFCFF-E178-9DEE-7F9D-9A0A27F1D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B3F6C3-7A4A-AD1F-8C6F-7745081157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9446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3DB64E-0B4F-4D6E-7BA0-A1165FC90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B9937D-FE9F-3A1C-9B8B-2D7C854EFD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8ECBF0-206F-27D3-F6E1-0C2480F14C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34115-59EA-53F2-497B-8D031ABEA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72104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A6C8-1DE9-4C52-1648-3E86E8A7D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054A2-CA58-BF01-50BD-FCD705B6B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5D9BE9-AECA-A540-A654-8B69B4C2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5354D2-1435-590E-4A4F-D4ACA43DA2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54000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E4DDC-2D62-AC31-3C1D-64CC7B9C4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48D87D-0AEC-D2E8-5509-69B4964E8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5B571-94A1-6270-2400-2F6714AB42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0C7CF1-60EF-E74D-3DDC-F34F2B3CB5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134105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D9180-0175-4D15-6467-A4DE7EC1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1CF-B10F-B376-3882-9B5C85BE6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F91D5-8828-2782-D302-3F0F0B27A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633F85-0FF2-5CFE-5C98-568721BD08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8891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FDF8-FDC1-AB3B-64B4-540FC69A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375A9E-D165-43BA-9BEB-17FD35454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0F86C-6140-6050-D874-421EE0A4F0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EFD53F-F946-B5F5-6182-A49B6095E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167694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51.png"/><Relationship Id="rId9" Type="http://schemas.microsoft.com/office/2007/relationships/diagramDrawing" Target="../diagrams/drawing1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5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51.png"/><Relationship Id="rId5" Type="http://schemas.openxmlformats.org/officeDocument/2006/relationships/diagramData" Target="../diagrams/data2.xml"/><Relationship Id="rId10" Type="http://schemas.openxmlformats.org/officeDocument/2006/relationships/image" Target="../media/image53.png"/><Relationship Id="rId4" Type="http://schemas.openxmlformats.org/officeDocument/2006/relationships/image" Target="../media/image52.png"/><Relationship Id="rId9" Type="http://schemas.microsoft.com/office/2007/relationships/diagramDrawing" Target="../diagrams/drawing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5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51.png"/><Relationship Id="rId5" Type="http://schemas.openxmlformats.org/officeDocument/2006/relationships/diagramData" Target="../diagrams/data3.xml"/><Relationship Id="rId10" Type="http://schemas.openxmlformats.org/officeDocument/2006/relationships/image" Target="../media/image53.png"/><Relationship Id="rId4" Type="http://schemas.openxmlformats.org/officeDocument/2006/relationships/image" Target="../media/image52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C6ABF-C404-FFDF-B8A1-8BE0D437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3EB650-D78F-3E4A-2131-50EA9F30DF9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AAF81C2A-10C0-E8DA-C56D-2C7608AFA5EA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59E6A6-1065-A9A6-1330-EB39D7B2C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300F1C-369E-E508-30A3-D3A9DB61BE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3FBE0-DF47-7302-97C7-E72DF9F39B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4E3EB08-FE5B-9194-FBFE-C3172AEEF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877A86A-F0DA-6605-2EF3-9C33FC5938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209961"/>
            <a:ext cx="10585758" cy="42815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4AEF23AA-A95D-0376-7245-E7B460334D8C}"/>
              </a:ext>
            </a:extLst>
          </p:cNvPr>
          <p:cNvSpPr txBox="1">
            <a:spLocks/>
          </p:cNvSpPr>
          <p:nvPr/>
        </p:nvSpPr>
        <p:spPr>
          <a:xfrm>
            <a:off x="3896391" y="1878488"/>
            <a:ext cx="8196479" cy="1234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4.4 Create Dashboard Layout &amp; </a:t>
            </a:r>
          </a:p>
          <a:p>
            <a:r>
              <a:rPr lang="en-US" altLang="zh-CN" sz="3600" b="1" cap="none" dirty="0"/>
              <a:t>4.5 Root Layout</a:t>
            </a:r>
            <a:endParaRPr lang="en-US" sz="3600" b="1" cap="none" dirty="0"/>
          </a:p>
        </p:txBody>
      </p:sp>
    </p:spTree>
    <p:extLst>
      <p:ext uri="{BB962C8B-B14F-4D97-AF65-F5344CB8AC3E}">
        <p14:creationId xmlns:p14="http://schemas.microsoft.com/office/powerpoint/2010/main" val="41616337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3AF3A-08F7-DF84-EECB-D0FE6D04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B4C7083-EBDE-D3FC-F5D8-8268AE35290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9BAEE5-00EE-AEDB-56A6-0CAE4FF82F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5F4F5-DA53-959C-EFA5-ECCB3AF49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B4F268-76AB-B65C-EC2B-534FDE8E27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40243-5E3B-2A20-81AB-5143DBB941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7AEA444-2853-72DE-0DD1-848A0E6AEC88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5.1/5.2 The &lt;link&gt; component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52368-82D0-25C4-BA76-E53E13B11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75D916B-D182-2FD2-07E4-80862A861A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30" y="1959518"/>
            <a:ext cx="9991916" cy="43684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15259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8B21-0E37-DA28-B60C-EB42C459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AFAE3B-EC0D-5F8E-6FAA-6F2A992E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2CC5D40-6355-8C95-DF25-B72964546D6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E25B37-DF0A-5B98-E8F0-BFA113A90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5294E8-A181-8B17-DD85-972867A9B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5A5E9B-ED0F-1BE5-E2F3-31BAA42FD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EEB62C2-0FE2-48CB-AE68-33FF8003729E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5.3 Pattern: Showing active links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E89E21-9529-4A57-7970-DF75CED842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5. Navigating between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5BFB16-0741-9180-CFF1-FBDED588F6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9694" y="1959518"/>
            <a:ext cx="10503148" cy="45234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051895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59127-ABA3-C64C-AABE-2B3F834D3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24B1E36-D5D1-3877-AB0E-283BC0131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FC49BAF-7B78-A90F-26AA-190400EC5ADB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895D2C-880B-5B6A-4A81-59D1F62222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A3D7CA-19AD-B408-513A-72B5443198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2A4634-C732-645D-7808-DE312E720B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3227543-C3FB-955E-F688-D72837FD5A68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6.1 Create </a:t>
            </a:r>
            <a:r>
              <a:rPr lang="en-US" altLang="zh-CN" sz="3600" b="1" cap="none" dirty="0" err="1"/>
              <a:t>Github</a:t>
            </a:r>
            <a:r>
              <a:rPr lang="en-US" altLang="zh-CN" sz="3600" b="1" cap="none" dirty="0"/>
              <a:t> Repo and 6.2 Vercel Account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8032A5-AC50-B445-F084-5476CE4119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526ECE-2943-A3DB-5112-6B57C3AE24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82193" y="2032321"/>
            <a:ext cx="9914562" cy="4400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2C187A3-AD07-6580-5059-B952F05CC6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26372" y="4621914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90B8ADC-111F-AED7-B90E-7DF1C2FCE9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1474" y="4621914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98873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55835-1C7B-0AF9-3BBF-ED4D233112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015B-CAEB-1F8F-6555-4E5D8C439D4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8013667-5AC9-72FC-A2CA-5D72DA0C280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FC03A2-0990-05CA-C194-22682781E8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86A7A8-AA4B-3ABF-9254-D8DF183F2F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1F5438A-59F5-92DE-1871-ADF141E897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77B65EC-1852-E523-911C-3C3DC72EBE3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6.3 Connect and Deploy Project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724144-44E4-45FA-9EA8-146C90B953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D08636-912A-72E6-F9DF-EA231556B5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32321"/>
            <a:ext cx="10189931" cy="447755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918B25F-D1A4-7F30-7F12-4BD240D9877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2096" y="3669298"/>
            <a:ext cx="1204612" cy="11522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D53845D-1113-CC62-04C4-6AD121658D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2934" y="5604990"/>
            <a:ext cx="1902937" cy="10649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74A70F6E-A23E-606D-B37E-6745ABA38B50}"/>
              </a:ext>
            </a:extLst>
          </p:cNvPr>
          <p:cNvSpPr/>
          <p:nvPr/>
        </p:nvSpPr>
        <p:spPr>
          <a:xfrm>
            <a:off x="10144807" y="4885218"/>
            <a:ext cx="719191" cy="656090"/>
          </a:xfrm>
          <a:prstGeom prst="downArrow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572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3196-9424-6208-FBF1-1061E2F35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7BC302A-6A59-57E9-288F-4D1937BEF77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9A3B009-1729-CF99-3536-143A0AA408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2D7F36-BD7F-5E7E-0E24-DCE500DC2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C096A2-3FAC-8A8B-5A06-12409748FE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23A9E81-70B3-1FFD-B373-A8658B470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73C986-CDAE-F361-FD65-670B544EDE5F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6.4 Create a </a:t>
            </a:r>
            <a:r>
              <a:rPr lang="en-US" altLang="zh-CN" sz="3600" b="1" cap="none" dirty="0" err="1"/>
              <a:t>Postgre</a:t>
            </a:r>
            <a:r>
              <a:rPr lang="en-US" altLang="zh-CN" sz="3600" b="1" cap="none" dirty="0"/>
              <a:t>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9D0D4-208C-0651-EB9F-AF607C4CD1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068E5F-2A6D-EA17-C9E9-F30C86778F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4395" y="1959518"/>
            <a:ext cx="10397544" cy="44679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865476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A7F0B-D371-CF82-5BC9-EA64D68B8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8AC6869-C189-9D61-2E9C-229C9E0676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CC06BA4-D1F2-CA05-80EA-EEDB1A1A97C6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F3CBE5-81C1-1B80-92A8-FC2FED0FAB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9A7BC1B-7D30-F3B5-2080-321BFD2A15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A8030B-5712-B83C-8E28-430B6B55BB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F4E34D1B-8C53-DDFA-90F4-6AB27AF06C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6.5 Seed your Database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903E48-3D4F-6EF8-E0AA-0E8BD1F7E9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73AB7E8-B019-4556-581B-D59D0733A4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516" y="1959518"/>
            <a:ext cx="10230118" cy="43843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15579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71D80-EC53-F179-9FCC-D3DA4B4C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61B373C2-EB82-294C-7747-B83314E0922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3A95818-1918-AC05-3D7B-A1E67876AC8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5855A-9D18-ABE8-E26E-56752E4AC5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022281-64E9-C4AA-820F-80115E347C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8BE68C-C3EC-9C38-D556-7765851199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08B1370-73CD-6B09-F344-CAA1A8FA6E61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6.6 Executing Queries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CA42AC-5611-4D1A-B4D9-193A1808C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6. Setting Up Your Database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DD1EBC9-D2BE-8F7B-B218-FEF6886A41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79" y="1959518"/>
            <a:ext cx="10222208" cy="45358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338868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02E30-BBDD-8F82-D39F-129E07809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E247E9D7-1D13-A0AD-61C7-C2FD5E561C2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3C02C729-44B6-5D6B-2B52-1A0394F46A9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82CA10-2177-4545-2BEB-7402049C76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4002DF-CCBD-77BE-6839-3A65C1FC2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43FAAE-BD90-DBB6-223C-8AB87A9839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E42B07-86C5-E1AE-0462-EC8A9593231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7.1 Choosing how to fetch data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BC2821-4001-3904-777D-06C7E44992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7ADBC16-D276-9633-E2F3-5C84C5A7B3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633" y="1872263"/>
            <a:ext cx="9506857" cy="4671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40339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1C399-F9B6-77A2-D648-1F53EC1E0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F1DD1BC6-3887-3E9A-E090-500F91B72BF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7184580E-36AC-E093-8D33-7612FE18894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F0BF46-90F8-6DB4-2560-4F877CDFA8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B85975-6EA1-D7EF-40C5-97329BC95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ED6397-A4EB-8C4D-AEEE-E71283E531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D673D4D-3220-421A-4A52-D952D7ADD07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7.2 Fetching data from app overview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0B480B-A8AE-4CD4-4DD8-D6CB93BAC4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17B0F2-D89F-0FE0-981B-06009258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021" y="2092786"/>
            <a:ext cx="9165876" cy="443466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68667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BD59D-DEA3-CCA6-C8AC-25C26AC0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2F028C76-FA0B-059E-6B93-170EDE7FC07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489CCA6A-8808-52D1-7188-33FEB94A4B48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C3E861-4F90-7D17-81D3-83A1DAD16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BCB3EB-9DBE-69C4-7632-01B0D89A8A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453A17-DE59-96D1-3FB4-22A210B0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8230DD4-7101-6825-8F49-AFFF5E213DE5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7.3 Fetching data from &lt;</a:t>
            </a:r>
            <a:r>
              <a:rPr lang="en-US" altLang="zh-CN" sz="3600" b="1" cap="none" dirty="0" err="1"/>
              <a:t>RevenueChart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6F698-BA2A-5F0B-89BD-BECF510E0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25B24A-8E88-51AC-7A8A-F6F994CC6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3" y="1959518"/>
            <a:ext cx="9546510" cy="46232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33B3FD5-3F78-0843-8C28-CC6EE24F3D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3597" y="3744693"/>
            <a:ext cx="4188600" cy="292537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973579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65B65-8B11-2AB1-4041-A5F7D6A98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C4133FC9-4046-24EE-B11E-177F8A77125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B6CC97A8-886E-31D5-B327-3A86A297A72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99C3FB8-6055-632B-D9C6-FE7E7B2DED6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77509BF-BC87-840B-AF08-3BEECD6C6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A3ABC1-EFC2-8046-230A-82365EAD1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7B300-E44E-2542-7DB5-69EC276DA2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B4D2E9C-9C3E-6374-CE39-DA570E5F4FEB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7.4 Fetching data from &lt;</a:t>
            </a:r>
            <a:r>
              <a:rPr lang="en-US" altLang="zh-CN" sz="3600" b="1" cap="none" dirty="0" err="1"/>
              <a:t>LatestInvoices</a:t>
            </a:r>
            <a:r>
              <a:rPr lang="en-US" altLang="zh-CN" sz="3600" b="1" cap="none" dirty="0"/>
              <a:t> /&gt;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582311-DE16-F383-212B-0F7C95AF8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552EF9-3C2C-3B32-6DAF-F7F6530935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7" y="2032321"/>
            <a:ext cx="9071710" cy="45288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428B9E6-CD42-58EA-8CDD-8C913A6974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1519" y="4108238"/>
            <a:ext cx="5990291" cy="252111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832926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8C33-4720-7ECB-4D57-EF083CD3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F38FB318-EB75-D388-1362-B25E1127EF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72BA7B2-EF6C-ECCB-4B12-E0405F54135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83FF731-328E-A67F-89D6-7D3C7E09FFB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4A7CB0-4C1C-CD79-28DA-50E13D9277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7B32EF7-042D-1D3D-2C5E-DE306989B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DF5C96-30C4-2246-33AF-22255C4716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5C7EDCD-FEC7-F7D5-37B2-1E344B5BE3A0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7.5 Practice: Fetch data for &lt;Card&gt;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27946C-1DC8-2F64-A8F1-10C81C6B5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CF446B3-9437-0E18-2879-F84D279F19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1251" y="2289786"/>
            <a:ext cx="8155223" cy="4121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E9CDCE-FE18-E580-04B4-4F09B766DA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70193" y="4265716"/>
            <a:ext cx="4447401" cy="228324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6943106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F5C9C-5773-454C-070C-1DCE9639B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DCDD23DC-F07C-66F3-4419-875A6660919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04D59DE7-0633-D70D-11CF-996EE8CE3A4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-14564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DF91573D-5967-6E04-7F9C-4E299B76722C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5A9148-36E3-A462-25FE-BE78CCC63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8D78C-F978-151F-455A-52B708BF5C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9166C-037C-5BAD-0408-DA6C9B5E1F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A0E1994-3B33-2349-0A2F-CB205792F38E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7.6/7.7 Waterfall vs Parallel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CA0AB8-5BEE-95E0-0AB2-F41BE9CDF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7. Fetching Data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B54DDF3-FDB1-06FD-6A3A-4528DC0DB0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773" y="2452253"/>
            <a:ext cx="8345916" cy="416672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D9CCEA-4790-787A-81E9-CB75580F0F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6883" y="2452253"/>
            <a:ext cx="4326998" cy="19622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40482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93800-AD85-51D9-1A30-2188FB053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4A5AA699-0F91-B6D3-0897-4FCB14FA1FB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7F404F-E1CF-9883-1B39-DBE82E6E102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B0EB67B3-5EB0-2DD9-1BCF-8B2109E916E1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77C510-6CD2-3261-2A2E-B9A9B9D4A3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D4642DF-3F9E-4305-8A31-581163F1D8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9B2364-303A-C063-7275-DD8D2C5CF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D48D8309-F0AA-1A9C-CBB6-5D07C921D5F6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8.1/8.2 Static vs. Dynamic Rendering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74409C-EAB3-ACC3-BACC-FE99ED89BA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80B4CA-46E8-8340-634E-882663C0F2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7457" y="2078022"/>
            <a:ext cx="10920299" cy="40266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87F0EB4-D2CE-7BF5-3CA8-641D3696AD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43460" y="3631374"/>
            <a:ext cx="4990612" cy="30715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40527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EF51F5-2EE6-B243-820B-08B3F026E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9B7B7F48-B79E-20AD-4B23-8BDE61FC11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CCD8EE7-1879-47D2-39A3-DC39F3DF311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B6DE2DD-696C-E467-8EC0-30404D07BC60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B9C369-0712-544C-BF3B-D22C9D7F2D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FEA9B5-6F89-0FCD-A678-E702F639E6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13B8B1-6892-8DF1-19E6-1B1C83BD85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BFC05A07-EA7B-FB63-D166-C4BF32855867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8.3 Simulating a Slow Data Fetch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F3BC59-2872-65F9-17EA-A570B40F80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fontScale="92500"/>
          </a:bodyPr>
          <a:lstStyle/>
          <a:p>
            <a:r>
              <a:rPr lang="en-US" altLang="zh-CN" sz="4800" b="1" dirty="0"/>
              <a:t>8. Static &amp; Dynamic Rendering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86F69C-5D0F-1842-35AA-68187958C0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91921" y="2134045"/>
            <a:ext cx="10706637" cy="397407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1D16EF3-6715-1F59-1900-EFB829C69B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83689" y="3829318"/>
            <a:ext cx="2874538" cy="28745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47238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F259-FA05-AEC0-A22E-FC5680822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hain links">
            <a:extLst>
              <a:ext uri="{FF2B5EF4-FFF2-40B4-BE49-F238E27FC236}">
                <a16:creationId xmlns:a16="http://schemas.microsoft.com/office/drawing/2014/main" id="{296B842F-BB07-F6D4-4DE7-7774D558A8D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3497A31-4FAB-D5A2-21F8-B9048B1027D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-2409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57CAD2D-DAF0-2CE3-4574-A2C0CD3407E9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28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44232A-EF11-DED9-DEA5-99863F2F7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5" y="-1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00BA525-F3F1-54A3-9A19-5FD5B7C09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419BE7-60E8-EAB2-0967-5A81CEE640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EC5F3410-9118-0D76-ADCF-9AD614CF7ACC}"/>
              </a:ext>
            </a:extLst>
          </p:cNvPr>
          <p:cNvSpPr txBox="1">
            <a:spLocks/>
          </p:cNvSpPr>
          <p:nvPr/>
        </p:nvSpPr>
        <p:spPr>
          <a:xfrm>
            <a:off x="2685143" y="1872263"/>
            <a:ext cx="9407727" cy="6349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9.1 What is Streaming?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25A154-6BDE-7A58-0D6D-6F7FD1DFC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9. Streaming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478A380-6E7D-E5FF-1F80-AF0A8D321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783" y="2189755"/>
            <a:ext cx="8883629" cy="42120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4C281E8-20E4-AFC0-D0D2-9A0CDEC45E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1865" y="4696993"/>
            <a:ext cx="3986299" cy="142461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6385659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9228</TotalTime>
  <Words>429</Words>
  <Application>Microsoft Office PowerPoint</Application>
  <PresentationFormat>Widescreen</PresentationFormat>
  <Paragraphs>153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63</cp:revision>
  <dcterms:created xsi:type="dcterms:W3CDTF">2026-01-17T04:16:23Z</dcterms:created>
  <dcterms:modified xsi:type="dcterms:W3CDTF">2026-02-07T02:05:39Z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