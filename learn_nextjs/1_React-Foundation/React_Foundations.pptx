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71" r:id="rId12"/>
    <p:sldId id="262" r:id="rId13"/>
    <p:sldId id="263" r:id="rId14"/>
    <p:sldId id="264" r:id="rId15"/>
    <p:sldId id="265" r:id="rId16"/>
    <p:sldId id="266" r:id="rId17"/>
    <p:sldId id="267" r:id="rId18"/>
    <p:sldId id="27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55" d="100"/>
          <a:sy n="55" d="100"/>
        </p:scale>
        <p:origin x="165" y="10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1462-1F02-8898-16D5-239663D1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0D7D8-BBA5-35D9-CE41-49E10022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EB748D-6C71-9E12-1309-EA80E5EB2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B29A-81C9-3758-9596-ABAA0387A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81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3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3.xml"/><Relationship Id="rId11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microsoft.com/office/2007/relationships/diagramDrawing" Target="../diagrams/drawing3.xml"/><Relationship Id="rId4" Type="http://schemas.openxmlformats.org/officeDocument/2006/relationships/image" Target="../media/image20.png"/><Relationship Id="rId9" Type="http://schemas.openxmlformats.org/officeDocument/2006/relationships/diagramColors" Target="../diagrams/colors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11" Type="http://schemas.openxmlformats.org/officeDocument/2006/relationships/image" Target="../media/image23.png"/><Relationship Id="rId5" Type="http://schemas.openxmlformats.org/officeDocument/2006/relationships/diagramData" Target="../diagrams/data4.xml"/><Relationship Id="rId10" Type="http://schemas.openxmlformats.org/officeDocument/2006/relationships/image" Target="../media/image22.png"/><Relationship Id="rId4" Type="http://schemas.openxmlformats.org/officeDocument/2006/relationships/image" Target="../media/image20.png"/><Relationship Id="rId9" Type="http://schemas.microsoft.com/office/2007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1. 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2. 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3. 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5416515" y="2053513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5528398" y="2187464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5.1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759988A-545A-B42C-E79D-4A55CDBEB9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387842"/>
              </p:ext>
            </p:extLst>
          </p:nvPr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00AC85B4-5ECB-33F4-FF8F-D0646C8B05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55" y="1653559"/>
            <a:ext cx="6829097" cy="4613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A50A1-02D8-B552-AEFF-504F0E8BD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8B45085-C4AE-5F91-F670-0241847F1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5A1B87-4335-B17A-55F5-A26A0BB6C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74E8F-EA30-37F5-0AE5-7FA949D0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5.2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86951EB-1488-0D90-6FA7-E452AF356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94423-698C-C1AB-124C-1F67EB96795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E5C180B-9271-F72D-E210-5DCB7F4F743F}"/>
              </a:ext>
            </a:extLst>
          </p:cNvPr>
          <p:cNvGraphicFramePr/>
          <p:nvPr/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63BBEC85-476E-3526-1F38-9F87246261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43" y="1594944"/>
            <a:ext cx="7012280" cy="4658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D7C8C3-5917-7596-FB03-0D4D85793ADC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8532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5. Displaying Data with Props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2E29A81B-C0D2-61BE-B02B-04AAB16C0C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513" y="1663113"/>
            <a:ext cx="6038179" cy="49836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986456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Adding Interactivity with State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95C4CEFD-6244-CFF2-6B4A-1B3199A3E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76" y="1684961"/>
            <a:ext cx="5952119" cy="4880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/>
          </a:bodyPr>
          <a:lstStyle/>
          <a:p>
            <a:r>
              <a:rPr lang="en-US" altLang="zh-CN" sz="4400" b="1" dirty="0"/>
              <a:t>Installing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F754BA4B-CCB8-8621-5569-789A9EE04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945" y="1594944"/>
            <a:ext cx="6190501" cy="4980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7940008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1069</TotalTime>
  <Words>195</Words>
  <Application>Microsoft Office PowerPoint</Application>
  <PresentationFormat>Widescreen</PresentationFormat>
  <Paragraphs>76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14</cp:revision>
  <dcterms:created xsi:type="dcterms:W3CDTF">2026-01-17T04:16:23Z</dcterms:created>
  <dcterms:modified xsi:type="dcterms:W3CDTF">2026-01-18T03:01:06Z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