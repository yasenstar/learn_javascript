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0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7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2"/>
  </p:notesMasterIdLst>
  <p:handoutMasterIdLst>
    <p:handoutMasterId r:id="rId23"/>
  </p:handoutMasterIdLst>
  <p:sldIdLst>
    <p:sldId id="256" r:id="rId5"/>
    <p:sldId id="257" r:id="rId6"/>
    <p:sldId id="258" r:id="rId7"/>
    <p:sldId id="259" r:id="rId8"/>
    <p:sldId id="268" r:id="rId9"/>
    <p:sldId id="269" r:id="rId10"/>
    <p:sldId id="261" r:id="rId11"/>
    <p:sldId id="271" r:id="rId12"/>
    <p:sldId id="262" r:id="rId13"/>
    <p:sldId id="272" r:id="rId14"/>
    <p:sldId id="273" r:id="rId15"/>
    <p:sldId id="263" r:id="rId16"/>
    <p:sldId id="264" r:id="rId17"/>
    <p:sldId id="265" r:id="rId18"/>
    <p:sldId id="266" r:id="rId19"/>
    <p:sldId id="267" r:id="rId20"/>
    <p:sldId id="270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1188" y="2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altLang="zh-CN" sz="1200" b="1" dirty="0"/>
            <a:t>Components</a:t>
          </a:r>
          <a:endParaRPr lang="en-US" sz="12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99CC2039-99CB-4434-9FE9-5C1500297319}">
      <dgm:prSet phldrT="[Text]" phldr="0" custT="1"/>
      <dgm:spPr/>
      <dgm:t>
        <a:bodyPr/>
        <a:lstStyle/>
        <a:p>
          <a:r>
            <a:rPr lang="en-US" sz="1200" b="1" dirty="0"/>
            <a:t>Props</a:t>
          </a:r>
        </a:p>
      </dgm:t>
    </dgm:pt>
    <dgm:pt modelId="{84F273EC-FB7A-4491-B31F-E7CA9F7BA518}" type="par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19F107BB-920F-4D9A-B81D-60CB32B2A8BC}" type="sib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1CFB1FF1-6771-4E5C-A9D8-B2BACAED8CE8}" type="pres">
      <dgm:prSet presAssocID="{CCFFC167-186E-4EBB-B1DC-7C342342DAC9}" presName="wedge3" presStyleLbl="node1" presStyleIdx="2" presStyleCnt="3"/>
      <dgm:spPr/>
    </dgm:pt>
    <dgm:pt modelId="{D1D5BA62-619A-46B9-B193-4867AA63C391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68454809-6A69-43EA-B610-2CAB4BD92749}" type="presOf" srcId="{99CC2039-99CB-4434-9FE9-5C1500297319}" destId="{E38BEA43-6901-44EC-A624-A428C4B10F43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CF116A85-ABAA-45D2-BAAA-95CC0FD2FEF5}" type="presOf" srcId="{99CC2039-99CB-4434-9FE9-5C150029731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017DB2A4-14E3-4C82-8E2B-E65B3F7A9F10}" type="presOf" srcId="{86BD0A13-7E07-4DF2-88D8-8E073F95DEDB}" destId="{1CFB1FF1-6771-4E5C-A9D8-B2BACAED8CE8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1746C5DD-7F8F-4D20-A040-E37A791F0683}" srcId="{CCFFC167-186E-4EBB-B1DC-7C342342DAC9}" destId="{99CC2039-99CB-4434-9FE9-5C1500297319}" srcOrd="1" destOrd="0" parTransId="{84F273EC-FB7A-4491-B31F-E7CA9F7BA518}" sibTransId="{19F107BB-920F-4D9A-B81D-60CB32B2A8BC}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9C6702F9-1122-48E2-B4BB-9BC962AB3EDF}" type="presOf" srcId="{86BD0A13-7E07-4DF2-88D8-8E073F95DEDB}" destId="{D1D5BA62-619A-46B9-B193-4867AA63C391}" srcOrd="1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ADA207D7-AC13-4A8D-9015-DC94D44AE082}" type="presParOf" srcId="{6677FE96-FCA3-443F-9855-42DB3F0A3A69}" destId="{1CFB1FF1-6771-4E5C-A9D8-B2BACAED8CE8}" srcOrd="4" destOrd="0" presId="urn:microsoft.com/office/officeart/2005/8/layout/chart3"/>
    <dgm:cxn modelId="{C3F102F0-0777-4DAC-8B36-47B1F5EA0E0D}" type="presParOf" srcId="{6677FE96-FCA3-443F-9855-42DB3F0A3A69}" destId="{D1D5BA62-619A-46B9-B193-4867AA63C391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altLang="zh-CN" sz="1200" b="1" dirty="0"/>
            <a:t>Components</a:t>
          </a:r>
          <a:endParaRPr lang="en-US" sz="12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99CC2039-99CB-4434-9FE9-5C1500297319}">
      <dgm:prSet phldrT="[Text]" phldr="0" custT="1"/>
      <dgm:spPr/>
      <dgm:t>
        <a:bodyPr/>
        <a:lstStyle/>
        <a:p>
          <a:r>
            <a:rPr lang="en-US" sz="1200" b="1" dirty="0"/>
            <a:t>Props</a:t>
          </a:r>
        </a:p>
      </dgm:t>
    </dgm:pt>
    <dgm:pt modelId="{84F273EC-FB7A-4491-B31F-E7CA9F7BA518}" type="par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19F107BB-920F-4D9A-B81D-60CB32B2A8BC}" type="sib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1CFB1FF1-6771-4E5C-A9D8-B2BACAED8CE8}" type="pres">
      <dgm:prSet presAssocID="{CCFFC167-186E-4EBB-B1DC-7C342342DAC9}" presName="wedge3" presStyleLbl="node1" presStyleIdx="2" presStyleCnt="3"/>
      <dgm:spPr/>
    </dgm:pt>
    <dgm:pt modelId="{D1D5BA62-619A-46B9-B193-4867AA63C391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68454809-6A69-43EA-B610-2CAB4BD92749}" type="presOf" srcId="{99CC2039-99CB-4434-9FE9-5C1500297319}" destId="{E38BEA43-6901-44EC-A624-A428C4B10F43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CF116A85-ABAA-45D2-BAAA-95CC0FD2FEF5}" type="presOf" srcId="{99CC2039-99CB-4434-9FE9-5C150029731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017DB2A4-14E3-4C82-8E2B-E65B3F7A9F10}" type="presOf" srcId="{86BD0A13-7E07-4DF2-88D8-8E073F95DEDB}" destId="{1CFB1FF1-6771-4E5C-A9D8-B2BACAED8CE8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1746C5DD-7F8F-4D20-A040-E37A791F0683}" srcId="{CCFFC167-186E-4EBB-B1DC-7C342342DAC9}" destId="{99CC2039-99CB-4434-9FE9-5C1500297319}" srcOrd="1" destOrd="0" parTransId="{84F273EC-FB7A-4491-B31F-E7CA9F7BA518}" sibTransId="{19F107BB-920F-4D9A-B81D-60CB32B2A8BC}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9C6702F9-1122-48E2-B4BB-9BC962AB3EDF}" type="presOf" srcId="{86BD0A13-7E07-4DF2-88D8-8E073F95DEDB}" destId="{D1D5BA62-619A-46B9-B193-4867AA63C391}" srcOrd="1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ADA207D7-AC13-4A8D-9015-DC94D44AE082}" type="presParOf" srcId="{6677FE96-FCA3-443F-9855-42DB3F0A3A69}" destId="{1CFB1FF1-6771-4E5C-A9D8-B2BACAED8CE8}" srcOrd="4" destOrd="0" presId="urn:microsoft.com/office/officeart/2005/8/layout/chart3"/>
    <dgm:cxn modelId="{C3F102F0-0777-4DAC-8B36-47B1F5EA0E0D}" type="presParOf" srcId="{6677FE96-FCA3-443F-9855-42DB3F0A3A69}" destId="{D1D5BA62-619A-46B9-B193-4867AA63C391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/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1"/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504967" y="243008"/>
          <a:ext cx="3024109" cy="3024109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/>
            <a:t>Components</a:t>
          </a:r>
          <a:endParaRPr lang="en-US" sz="1200" b="1" kern="1200" dirty="0"/>
        </a:p>
      </dsp:txBody>
      <dsp:txXfrm>
        <a:off x="2149147" y="801028"/>
        <a:ext cx="1026037" cy="1008036"/>
      </dsp:txXfrm>
    </dsp:sp>
    <dsp:sp modelId="{E38BEA43-6901-44EC-A624-A428C4B10F43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Props</a:t>
          </a:r>
        </a:p>
      </dsp:txBody>
      <dsp:txXfrm>
        <a:off x="1177111" y="2241080"/>
        <a:ext cx="1368049" cy="936033"/>
      </dsp:txXfrm>
    </dsp:sp>
    <dsp:sp modelId="{1CFB1FF1-6771-4E5C-A9D8-B2BACAED8CE8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673093" y="927033"/>
        <a:ext cx="1026037" cy="10080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504967" y="243008"/>
          <a:ext cx="3024109" cy="3024109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/>
            <a:t>Components</a:t>
          </a:r>
          <a:endParaRPr lang="en-US" sz="1200" b="1" kern="1200" dirty="0"/>
        </a:p>
      </dsp:txBody>
      <dsp:txXfrm>
        <a:off x="2149147" y="801028"/>
        <a:ext cx="1026037" cy="1008036"/>
      </dsp:txXfrm>
    </dsp:sp>
    <dsp:sp modelId="{E38BEA43-6901-44EC-A624-A428C4B10F43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Props</a:t>
          </a:r>
        </a:p>
      </dsp:txBody>
      <dsp:txXfrm>
        <a:off x="1177111" y="2241080"/>
        <a:ext cx="1368049" cy="936033"/>
      </dsp:txXfrm>
    </dsp:sp>
    <dsp:sp modelId="{1CFB1FF1-6771-4E5C-A9D8-B2BACAED8CE8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673093" y="927033"/>
        <a:ext cx="1026037" cy="10080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89CC-68BD-5E9A-E193-5DBEB521C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89F358-162A-4CC6-0F04-502C440436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93952A-1B57-0D27-D9C5-39DE1FA1F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3094A-5469-1A10-AAD8-1210CBF776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009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B2056-9683-D8BE-3EDE-341849759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9A75A7-3EDC-E579-2C27-24D5AF5CC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4FAD87-53FE-02AA-4BC4-B7826A529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627E8-584C-21DB-93D5-DF581968D1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746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7703-FEC9-435B-3756-B47C0C7EC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03AB88-E10A-C9B3-9A1C-F9E8E6C6F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E8342F-2EE7-8B83-7850-85A2B6CB2E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410D0-1BE7-5F59-763C-73ED80810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6857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E024E-BFF6-04D0-B6DD-6BCA3D9A6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4EAE64-B780-AF64-3E01-2B71C4EEC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F3185D-96F4-8DA7-5A61-9667488475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32405-1018-0243-C2EB-FA963B0E8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098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55382-7990-6787-BE19-B2FFBC408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FC188C-02EF-6053-C9B4-F23AFD624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E218D3-F354-4FCA-5BEB-28DDD6675F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A1B2C-BF2D-235D-36B8-AFDCECE9F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034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11462-1F02-8898-16D5-239663D11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00D7D8-BBA5-35D9-CE41-49E100223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EB748D-6C71-9E12-1309-EA80E5EB2D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2B29A-81C9-3758-9596-ABAA0387A5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815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0B961-FE75-E822-12CF-52BE22F5A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734A55-0DF8-57A9-C769-A7D0F63784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766DB2-934A-A557-CA97-9F87142A8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F6195-9381-2565-6063-5FD0F16EA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0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0053-8403-52E0-CF4D-EE91B62BB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C9AB71-D808-A6AD-6B64-96314880BC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50317E-1F5B-437C-1EF1-78962EE762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6B184-FAE0-A500-CF58-96BC259B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1899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F4ED4-651F-9724-EDDF-67C543C9F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AB7794-5B63-BFA3-3783-84AC7B560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FA67A-6004-BA39-9DD3-6E2CF2888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EFA4E-6D30-1E53-9DA7-D53C23B4B3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4950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C98C9-DAE4-8C9A-D432-6B78B724A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F3EDC-1972-7AA4-3042-CA3BAF735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A951EA-D79F-F7A4-73BD-D3814D0A4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5FA6F-C2EF-8502-3BA4-FC3B6EFAF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7873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F9C6C-B079-7AB8-CEAA-E4BF73F9C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A0B5A4-C7A5-8D27-EB5F-CF1407F29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87F1F4-B884-0095-0C7F-8DECAE7F4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408E4-78E4-9D72-6CF6-B5FE68160B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84231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2F325-B241-BB6F-3D43-87548EBA5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50859-4106-AADB-ECB3-703401BCE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95E268-4EC4-29A4-1FC6-95D29A16F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A8A704-D235-1619-0246-893F1959D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3503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32FD1-D8C5-A304-F941-019FEB5BA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5C3AE1-DF29-F980-9F0E-6A6FCAF3C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3E06B-B148-F5FE-74E6-B82E39E46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57D4D-CE91-5BCA-3121-F40AE116C2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7012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D7CAA-255D-E62A-C0C0-768D07808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13743-EC73-34DD-7925-1395C459B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2FC121-0FFC-6020-CF6F-FEE3D391D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A7FDF-EDF0-9978-0669-C7D4BF467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45978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microsoft.com/office/2007/relationships/diagramDrawing" Target="../diagrams/drawing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5" Type="http://schemas.openxmlformats.org/officeDocument/2006/relationships/diagramData" Target="../diagrams/data3.xml"/><Relationship Id="rId10" Type="http://schemas.openxmlformats.org/officeDocument/2006/relationships/image" Target="../media/image15.png"/><Relationship Id="rId4" Type="http://schemas.openxmlformats.org/officeDocument/2006/relationships/image" Target="../media/image7.png"/><Relationship Id="rId9" Type="http://schemas.microsoft.com/office/2007/relationships/diagramDrawing" Target="../diagrams/drawing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4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4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4.xml"/><Relationship Id="rId5" Type="http://schemas.openxmlformats.org/officeDocument/2006/relationships/diagramData" Target="../diagrams/data4.xml"/><Relationship Id="rId10" Type="http://schemas.openxmlformats.org/officeDocument/2006/relationships/image" Target="../media/image16.png"/><Relationship Id="rId4" Type="http://schemas.openxmlformats.org/officeDocument/2006/relationships/image" Target="../media/image7.png"/><Relationship Id="rId9" Type="http://schemas.microsoft.com/office/2007/relationships/diagramDrawing" Target="../diagrams/drawing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5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5.xml"/><Relationship Id="rId5" Type="http://schemas.openxmlformats.org/officeDocument/2006/relationships/diagramData" Target="../diagrams/data5.xml"/><Relationship Id="rId10" Type="http://schemas.openxmlformats.org/officeDocument/2006/relationships/image" Target="../media/image17.png"/><Relationship Id="rId4" Type="http://schemas.openxmlformats.org/officeDocument/2006/relationships/image" Target="../media/image7.png"/><Relationship Id="rId9" Type="http://schemas.microsoft.com/office/2007/relationships/diagramDrawing" Target="../diagrams/drawing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6.xml"/><Relationship Id="rId3" Type="http://schemas.openxmlformats.org/officeDocument/2006/relationships/image" Target="../media/image6.jpeg"/><Relationship Id="rId7" Type="http://schemas.openxmlformats.org/officeDocument/2006/relationships/diagramLayout" Target="../diagrams/layout6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6.xml"/><Relationship Id="rId11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microsoft.com/office/2007/relationships/diagramDrawing" Target="../diagrams/drawing6.xml"/><Relationship Id="rId4" Type="http://schemas.openxmlformats.org/officeDocument/2006/relationships/image" Target="../media/image22.png"/><Relationship Id="rId9" Type="http://schemas.openxmlformats.org/officeDocument/2006/relationships/diagramColors" Target="../diagrams/colors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7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7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7.xml"/><Relationship Id="rId11" Type="http://schemas.openxmlformats.org/officeDocument/2006/relationships/image" Target="../media/image25.png"/><Relationship Id="rId5" Type="http://schemas.openxmlformats.org/officeDocument/2006/relationships/diagramData" Target="../diagrams/data7.xml"/><Relationship Id="rId10" Type="http://schemas.openxmlformats.org/officeDocument/2006/relationships/image" Target="../media/image24.png"/><Relationship Id="rId4" Type="http://schemas.openxmlformats.org/officeDocument/2006/relationships/image" Target="../media/image22.png"/><Relationship Id="rId9" Type="http://schemas.microsoft.com/office/2007/relationships/diagramDrawing" Target="../diagrams/drawing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447801"/>
            <a:ext cx="5288198" cy="2110380"/>
          </a:xfrm>
        </p:spPr>
        <p:txBody>
          <a:bodyPr>
            <a:normAutofit fontScale="90000"/>
          </a:bodyPr>
          <a:lstStyle/>
          <a:p>
            <a:r>
              <a:rPr lang="en-US" dirty="0"/>
              <a:t>REACT Foundations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0581" y="4776950"/>
            <a:ext cx="4897822" cy="1266497"/>
          </a:xfrm>
        </p:spPr>
        <p:txBody>
          <a:bodyPr anchor="ctr">
            <a:normAutofit/>
          </a:bodyPr>
          <a:lstStyle/>
          <a:p>
            <a:r>
              <a:rPr lang="en-US" sz="4400" dirty="0"/>
              <a:t>Introduction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EA94DAB-F9A4-841A-1852-2E20FE5147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369" y="736586"/>
            <a:ext cx="5978024" cy="530686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D0718DA-F50E-F567-64BA-47C6E415AE1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6364533" y="354549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1. About React and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8C25B6C-E093-042D-A18E-66F9AE3ED6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9438BDDE-ABD0-915C-9EE6-06DC96DE42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28" y="1723696"/>
            <a:ext cx="6017915" cy="48881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476EAC-81DC-DD09-1347-18F89C9D1C6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12963-7889-810C-A816-CEB4B25B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C7C6A3A-5C5F-ADEF-E377-8FC11885ADD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C0BDBB5-F6DC-254A-42AB-FD4133545F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B2F5E3-2D9B-FDCF-C0E4-3CBFA697FF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2. Rendering User Interfaces (UI)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026279C-9F9D-577A-A86C-5A6561C647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2231224-D55D-C123-C959-8865CD5967D5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646F64AC-614D-0986-F301-9EBF840F07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345" y="1422848"/>
            <a:ext cx="6281319" cy="5166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8D625C-2A06-AE55-B238-F78C9CD5A04E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189567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AB1D1-2CA5-2126-3946-ABD5C4FE6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F951A80-7B5C-C348-98BE-935C0F5132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EEAAB6-DF0C-15D1-A1A1-BB29699728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346CC-93DB-577A-8399-60E73AEC3F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3. Updating UI with JavaScript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ABABAAB7-FB6E-9102-142F-B9191982D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D72E8A-C180-9C2D-D686-B7AEA965B511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840FAFA9-AD10-474C-8642-E08D4FA66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546" y="1371967"/>
            <a:ext cx="6287006" cy="518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07797D8-4A61-401A-661F-D8ECC3CDA6D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2749336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23FA7-2D6F-2950-1520-2A6693B3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98F9AF7-E6D9-1852-B180-2317194E202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E6355D-8D8E-5249-4F20-F78C87D31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C7EEDD90-C655-7673-363F-436D670CD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CE5C4CB-D2E7-6654-A4F4-BDAF61944FFD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B9129520-6448-031D-E95F-ADEB9206A6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14" y="1510917"/>
            <a:ext cx="7402970" cy="46194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8CDF6BB-848E-C9B7-3515-849222BB0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98772" y="3953814"/>
            <a:ext cx="6706470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 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4.1 Transform with React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CC80D503-F3E7-98DD-A918-C3605D27D738}"/>
              </a:ext>
            </a:extLst>
          </p:cNvPr>
          <p:cNvSpPr txBox="1">
            <a:spLocks/>
          </p:cNvSpPr>
          <p:nvPr/>
        </p:nvSpPr>
        <p:spPr>
          <a:xfrm>
            <a:off x="5416515" y="2053513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49422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9782B-FF5F-B0C0-D22A-EDC951667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778B1B7-FEB5-4EC4-1E88-964F7F99F4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581E64-803E-3686-14F8-C6C66DE72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6AAC1A7-BEC7-5315-BBD2-B7A051CE54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35E9C3-CC1E-F686-858A-5BD703374BC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BD0A6D63-726C-C27A-A4AF-8A93226BC8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3" y="1594944"/>
            <a:ext cx="7647501" cy="47131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DBB65E7-AAFD-1F0D-84A1-35ED013B9D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8676" y="4047556"/>
            <a:ext cx="5916566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 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4.2 Handling JSX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59C108C-09E9-0380-CC70-93BCA38A190E}"/>
              </a:ext>
            </a:extLst>
          </p:cNvPr>
          <p:cNvSpPr txBox="1">
            <a:spLocks/>
          </p:cNvSpPr>
          <p:nvPr/>
        </p:nvSpPr>
        <p:spPr>
          <a:xfrm>
            <a:off x="5528398" y="2187464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285170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3F39-CAE0-71F8-5F44-C9894467A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5B02E3D-8D19-4043-1D10-F16D091B177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89E879-E2B0-5CC1-29D5-CD3880185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E00657-CB21-BA4D-A93C-CB0DDDC28C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9516" y="2090081"/>
            <a:ext cx="4924667" cy="1266497"/>
          </a:xfrm>
        </p:spPr>
        <p:txBody>
          <a:bodyPr>
            <a:normAutofit fontScale="85000" lnSpcReduction="10000"/>
          </a:bodyPr>
          <a:lstStyle/>
          <a:p>
            <a:r>
              <a:rPr lang="en-US" altLang="zh-CN" sz="4400" b="1" dirty="0"/>
              <a:t>5. Building UI with Components – 5.1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DC7D42E0-10F4-DF27-8E86-5A4CC5E18D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60701D-3E49-021B-0C86-21E5E2204775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F759988A-545A-B42C-E79D-4A55CDBEB9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6387842"/>
              </p:ext>
            </p:extLst>
          </p:nvPr>
        </p:nvGraphicFramePr>
        <p:xfrm>
          <a:off x="6993552" y="3208516"/>
          <a:ext cx="3878159" cy="36001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1" name="Picture 10" descr="A diagram of a software development&#10;&#10;AI-generated content may be incorrect.">
            <a:extLst>
              <a:ext uri="{FF2B5EF4-FFF2-40B4-BE49-F238E27FC236}">
                <a16:creationId xmlns:a16="http://schemas.microsoft.com/office/drawing/2014/main" id="{00AC85B4-5ECB-33F4-FF8F-D0646C8B05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4455" y="1653559"/>
            <a:ext cx="6829097" cy="46139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C7FB85-B4C7-CF6C-B987-A25BFD68980D}"/>
              </a:ext>
            </a:extLst>
          </p:cNvPr>
          <p:cNvSpPr txBox="1">
            <a:spLocks/>
          </p:cNvSpPr>
          <p:nvPr/>
        </p:nvSpPr>
        <p:spPr>
          <a:xfrm>
            <a:off x="5149917" y="2356587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405896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A50A1-02D8-B552-AEFF-504F0E8BD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8B45085-C4AE-5F91-F670-0241847F1BB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5A1B87-4335-B17A-55F5-A26A0BB6CD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374E8F-EA30-37F5-0AE5-7FA949D070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9516" y="2090081"/>
            <a:ext cx="4924667" cy="1266497"/>
          </a:xfrm>
        </p:spPr>
        <p:txBody>
          <a:bodyPr>
            <a:normAutofit fontScale="85000" lnSpcReduction="10000"/>
          </a:bodyPr>
          <a:lstStyle/>
          <a:p>
            <a:r>
              <a:rPr lang="en-US" altLang="zh-CN" sz="4400" b="1" dirty="0"/>
              <a:t>5. Building UI with Components – 5.2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086951EB-1488-0D90-6FA7-E452AF356E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894423-698C-C1AB-124C-1F67EB96795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CE5C180B-9271-F72D-E210-5DCB7F4F743F}"/>
              </a:ext>
            </a:extLst>
          </p:cNvPr>
          <p:cNvGraphicFramePr/>
          <p:nvPr/>
        </p:nvGraphicFramePr>
        <p:xfrm>
          <a:off x="6993552" y="3208516"/>
          <a:ext cx="3878159" cy="36001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63BBEC85-476E-3526-1F38-9F87246261C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643" y="1594944"/>
            <a:ext cx="7012280" cy="46580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BD7C8C3-5917-7596-FB03-0D4D85793ADC}"/>
              </a:ext>
            </a:extLst>
          </p:cNvPr>
          <p:cNvSpPr txBox="1">
            <a:spLocks/>
          </p:cNvSpPr>
          <p:nvPr/>
        </p:nvSpPr>
        <p:spPr>
          <a:xfrm>
            <a:off x="5149917" y="2356587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685324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52CCE-AB04-A405-C49B-CD134750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1F77740-E825-DC46-9E00-2CAFA042E0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25496B-B2FB-AB16-2A17-EFAF948013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F6B67C-B34B-23BE-A5DF-3244353721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3660" y="2085106"/>
            <a:ext cx="5207153" cy="2134347"/>
          </a:xfrm>
        </p:spPr>
        <p:txBody>
          <a:bodyPr>
            <a:normAutofit lnSpcReduction="1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6.1 Using Props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9AC94DF-2563-5C73-D68B-B79E35416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95FBD2-8E0C-A9CE-521F-8510ED36A81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65FEBDC4-A1B7-F56A-C42F-22B627C0F2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77110061"/>
              </p:ext>
            </p:extLst>
          </p:nvPr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1" name="Picture 10" descr="A diagram of a software development&#10;&#10;AI-generated content may be incorrect.">
            <a:extLst>
              <a:ext uri="{FF2B5EF4-FFF2-40B4-BE49-F238E27FC236}">
                <a16:creationId xmlns:a16="http://schemas.microsoft.com/office/drawing/2014/main" id="{2E09B881-41A2-9572-C880-1FE221465BD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013" y="1739431"/>
            <a:ext cx="6459481" cy="45689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EAFD77-3BBD-C410-A7F5-E0DD37756FA7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474011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62CCE-7241-C285-7DC0-6F23AEAA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901AC1B-435F-87B2-D441-2FB1203B5B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F454BA-CCAD-684D-C7DF-026466510A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F1A4FC-85C7-D945-D4D7-4C83AF1107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3660" y="2085106"/>
            <a:ext cx="5207153" cy="2134347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6.2 Using variables in JSX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700CFFEF-0AFD-79A0-6751-96E44AB90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484EE-6C9B-E175-07EB-C17EDEAF26AD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DCBF5455-83D1-0480-0368-7A436005FFBD}"/>
              </a:ext>
            </a:extLst>
          </p:cNvPr>
          <p:cNvGraphicFramePr/>
          <p:nvPr/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0B089A03-7BB4-B448-AEB3-8100FE20117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014" y="1468968"/>
            <a:ext cx="6421205" cy="48290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6CFB606-F479-F7E7-DCE2-855F3093ED11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66658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25D04-FCA9-BD37-8112-39C859726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57E9557-5DBC-4C72-FD36-D7A738D174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E1D16C-4EFB-E58C-6B49-95DE85075A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BF9008-83DD-47CF-CDFC-E1CF9B2096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22469" y="2085106"/>
            <a:ext cx="5068344" cy="2134347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6.3 Iterating through Lists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02481B14-722E-8002-12F2-E7D8B485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C8E5DC5-43C4-CF53-FDAE-C8C60A631758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E9957F55-091B-17CC-B0D3-F4048E9B424C}"/>
              </a:ext>
            </a:extLst>
          </p:cNvPr>
          <p:cNvGraphicFramePr/>
          <p:nvPr/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software project&#10;&#10;AI-generated content may be incorrect.">
            <a:extLst>
              <a:ext uri="{FF2B5EF4-FFF2-40B4-BE49-F238E27FC236}">
                <a16:creationId xmlns:a16="http://schemas.microsoft.com/office/drawing/2014/main" id="{38269E7F-76FF-2320-6A63-9A3E944D11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94" y="1680549"/>
            <a:ext cx="6582473" cy="46858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281746-D58F-E9FF-24B7-E8B730A364D9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961488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84E4E-E396-1EEB-6EB8-A579B5503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711E115A-D9DB-84F4-5901-B15FBAD446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C7C39C-7AEF-DB6E-A7F3-901AA14BA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9530AB-7133-F2DC-A215-9A14BE08EA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986456"/>
          </a:xfrm>
        </p:spPr>
        <p:txBody>
          <a:bodyPr>
            <a:normAutofit lnSpcReduction="10000"/>
          </a:bodyPr>
          <a:lstStyle/>
          <a:p>
            <a:r>
              <a:rPr lang="en-US" altLang="zh-CN" sz="4400" b="1" dirty="0"/>
              <a:t>Adding Interactivity with State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A2D2004-1712-30A0-86E4-52E003D8B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A29570-B136-2F8E-83EC-D66EEDFF8C4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95C4CEFD-6244-CFF2-6B4A-1B3199A3EC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376" y="1684961"/>
            <a:ext cx="5952119" cy="4880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14C659B-8BF6-4139-3DF8-2DFABCE2869A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691132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84D4A-2E2A-5A2B-55E3-DF125F64A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EF105C0-8B22-F8B0-B41E-8CFD85EACE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68510A-545D-E612-33C8-92615E5634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3941F4-35C0-C181-B474-9FE4B36D75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From React to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54A9F52E-2D4E-D3AE-3F2C-5B18C8D5C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2795653-27D9-0C54-8DDB-8A02B950E9B3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A9FD003E-1AE5-E57B-E128-D714911240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926" y="1615493"/>
            <a:ext cx="6118201" cy="50216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65D237-450C-1EF9-9598-2835DA2F261C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6754322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1CBE-C79C-1ACD-6B90-06B9F5479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AF8D14-A203-DB50-E442-2B64294AE7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F42D89-CDA9-17B2-4458-F8B971591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1658E0-737E-D4A2-1FA3-01DFDF425F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/>
          </a:bodyPr>
          <a:lstStyle/>
          <a:p>
            <a:r>
              <a:rPr lang="en-US" altLang="zh-CN" sz="4400" b="1" dirty="0"/>
              <a:t>Installing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1182802-C90A-D190-DE70-E3BC9B1CF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EEFDC22-DA9B-E5C9-162B-B961AE359535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F754BA4B-CCB8-8621-5569-789A9EE04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945" y="1594944"/>
            <a:ext cx="6190501" cy="4980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C59635-C706-E5A2-11C0-5D5395221714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4264989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71FB-515F-888D-E67B-B67109ED1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0F68039-B935-AC33-9E84-D8A37CAC259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043A49-F9A5-1BC7-DE23-0EB6413A91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5948D-7CF3-CA45-343B-180EFB130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Server and Client Components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918947B-2500-CDA7-2479-D40BB1845F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33613E9-C45B-BD30-16D1-FC533AAEB9EF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/>
              <a:t>14</a:t>
            </a:r>
            <a:endParaRPr lang="en-US" sz="11500" b="1" dirty="0"/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71BA7069-49D6-C14B-158F-545764F511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328" y="1620314"/>
            <a:ext cx="6317398" cy="50350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959949-6B1F-C8A6-5D11-4A40354D3FA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0766442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4D132-4399-ACE9-4569-0B69A8DCF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C77CED-1A10-A935-428B-8DA5D8A711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71E2806D-C517-0642-9FE0-1043F4016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82E914-C74C-E9D2-EAD7-AEC9C5F96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5813" y="601656"/>
            <a:ext cx="1372441" cy="11085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3D68DDF4-6AB1-8580-773C-788F21FE0E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1758909"/>
              </p:ext>
            </p:extLst>
          </p:nvPr>
        </p:nvGraphicFramePr>
        <p:xfrm>
          <a:off x="2220891" y="3747753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750051A5-7776-26B3-84DB-B9089D68EB8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69171" y="4037556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43417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7940008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1220</TotalTime>
  <Words>244</Words>
  <Application>Microsoft Office PowerPoint</Application>
  <PresentationFormat>Widescreen</PresentationFormat>
  <Paragraphs>98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Calibri</vt:lpstr>
      <vt:lpstr>Century Gothic</vt:lpstr>
      <vt:lpstr>Wingdings 3</vt:lpstr>
      <vt:lpstr>Ion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16</cp:revision>
  <dcterms:created xsi:type="dcterms:W3CDTF">2026-01-17T04:16:23Z</dcterms:created>
  <dcterms:modified xsi:type="dcterms:W3CDTF">2026-01-18T05:31:41Z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