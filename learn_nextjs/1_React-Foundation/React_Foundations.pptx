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8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56" r:id="rId5"/>
    <p:sldId id="257" r:id="rId6"/>
    <p:sldId id="258" r:id="rId7"/>
    <p:sldId id="259" r:id="rId8"/>
    <p:sldId id="268" r:id="rId9"/>
    <p:sldId id="269" r:id="rId10"/>
    <p:sldId id="261" r:id="rId11"/>
    <p:sldId id="271" r:id="rId12"/>
    <p:sldId id="262" r:id="rId13"/>
    <p:sldId id="272" r:id="rId14"/>
    <p:sldId id="273" r:id="rId15"/>
    <p:sldId id="263" r:id="rId16"/>
    <p:sldId id="274" r:id="rId17"/>
    <p:sldId id="264" r:id="rId18"/>
    <p:sldId id="265" r:id="rId19"/>
    <p:sldId id="266" r:id="rId20"/>
    <p:sldId id="267" r:id="rId21"/>
    <p:sldId id="27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1" autoAdjust="0"/>
  </p:normalViewPr>
  <p:slideViewPr>
    <p:cSldViewPr snapToGrid="0">
      <p:cViewPr varScale="1">
        <p:scale>
          <a:sx n="54" d="100"/>
          <a:sy n="54" d="100"/>
        </p:scale>
        <p:origin x="99" y="110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400" b="1" dirty="0"/>
            <a:t>State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900" b="1" dirty="0"/>
            <a:t>Components</a:t>
          </a:r>
          <a:endParaRPr lang="en-US" sz="9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34C3400E-F26B-4390-8192-9DBC0788EE2A}">
      <dgm:prSet phldrT="[Text]" custT="1"/>
      <dgm:spPr/>
      <dgm:t>
        <a:bodyPr/>
        <a:lstStyle/>
        <a:p>
          <a:r>
            <a:rPr lang="en-US" sz="1600" b="1" dirty="0"/>
            <a:t>Props</a:t>
          </a:r>
          <a:endParaRPr lang="en-US" sz="2000" b="1" dirty="0"/>
        </a:p>
      </dgm:t>
    </dgm:pt>
    <dgm:pt modelId="{0FD3D59F-10C8-45F3-BBC3-E107EB7DE048}" type="parTrans" cxnId="{C9F45266-92C0-4374-A336-80FF0AE46A94}">
      <dgm:prSet/>
      <dgm:spPr/>
      <dgm:t>
        <a:bodyPr/>
        <a:lstStyle/>
        <a:p>
          <a:endParaRPr lang="en-US"/>
        </a:p>
      </dgm:t>
    </dgm:pt>
    <dgm:pt modelId="{81983DED-75F9-4013-9AC8-1DC5234FD360}" type="sibTrans" cxnId="{C9F45266-92C0-4374-A336-80FF0AE46A94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789F6-D633-4BE2-AD34-3426A571AAD5}" type="pres">
      <dgm:prSet presAssocID="{CCFFC167-186E-4EBB-B1DC-7C342342DAC9}" presName="wedge3" presStyleLbl="node1" presStyleIdx="2" presStyleCnt="3"/>
      <dgm:spPr/>
    </dgm:pt>
    <dgm:pt modelId="{38730307-46C4-4DF6-8ED9-0376DB73AF72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12E09040-A181-4670-89CF-A8773A84BA95}" type="presOf" srcId="{34C3400E-F26B-4390-8192-9DBC0788EE2A}" destId="{DAB88AA6-0C19-472A-9C21-1F1CCD3FBF56}" srcOrd="1" destOrd="0" presId="urn:microsoft.com/office/officeart/2005/8/layout/chart3"/>
    <dgm:cxn modelId="{59058360-B2C6-4364-8D90-1379B3AC71F3}" type="presOf" srcId="{64E0BD8A-CE07-4DEE-96E6-2DEAB38E1B99}" destId="{95E789F6-D633-4BE2-AD34-3426A571AAD5}" srcOrd="0" destOrd="0" presId="urn:microsoft.com/office/officeart/2005/8/layout/chart3"/>
    <dgm:cxn modelId="{C9F45266-92C0-4374-A336-80FF0AE46A94}" srcId="{CCFFC167-186E-4EBB-B1DC-7C342342DAC9}" destId="{34C3400E-F26B-4390-8192-9DBC0788EE2A}" srcOrd="1" destOrd="0" parTransId="{0FD3D59F-10C8-45F3-BBC3-E107EB7DE048}" sibTransId="{81983DED-75F9-4013-9AC8-1DC5234FD360}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2" destOrd="0" parTransId="{0A09C7E8-9F1C-4069-9361-04AA77E0518D}" sibTransId="{7E5E908C-BF0E-47A4-A909-920CE5BD9AE3}"/>
    <dgm:cxn modelId="{363EC5C2-3680-440A-9591-D43720A6AF3D}" type="presOf" srcId="{34C3400E-F26B-4390-8192-9DBC0788EE2A}" destId="{E38BEA43-6901-44EC-A624-A428C4B10F43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FBCE3FED-4871-4308-B3A6-33B6A7572B77}" type="presOf" srcId="{64E0BD8A-CE07-4DEE-96E6-2DEAB38E1B99}" destId="{38730307-46C4-4DF6-8ED9-0376DB73AF72}" srcOrd="1" destOrd="0" presId="urn:microsoft.com/office/officeart/2005/8/layout/chart3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57C7CBE9-B6A5-455D-B521-95ACD5BE5F3A}" type="presParOf" srcId="{6677FE96-FCA3-443F-9855-42DB3F0A3A69}" destId="{95E789F6-D633-4BE2-AD34-3426A571AAD5}" srcOrd="4" destOrd="0" presId="urn:microsoft.com/office/officeart/2005/8/layout/chart3"/>
    <dgm:cxn modelId="{258ED3E8-C4C7-431D-821A-4E2A4093C5AD}" type="presParOf" srcId="{6677FE96-FCA3-443F-9855-42DB3F0A3A69}" destId="{38730307-46C4-4DF6-8ED9-0376DB73AF72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400" b="1"/>
            <a:t>State</a:t>
          </a:r>
          <a:endParaRPr lang="en-US" sz="24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900" b="1" dirty="0"/>
            <a:t>Components</a:t>
          </a:r>
          <a:endParaRPr lang="en-US" sz="9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34C3400E-F26B-4390-8192-9DBC0788EE2A}">
      <dgm:prSet phldrT="[Text]" custT="1"/>
      <dgm:spPr/>
      <dgm:t>
        <a:bodyPr/>
        <a:lstStyle/>
        <a:p>
          <a:r>
            <a:rPr lang="en-US" sz="1600" b="1" dirty="0"/>
            <a:t>Props</a:t>
          </a:r>
          <a:endParaRPr lang="en-US" sz="2000" b="1" dirty="0"/>
        </a:p>
      </dgm:t>
    </dgm:pt>
    <dgm:pt modelId="{0FD3D59F-10C8-45F3-BBC3-E107EB7DE048}" type="parTrans" cxnId="{C9F45266-92C0-4374-A336-80FF0AE46A94}">
      <dgm:prSet/>
      <dgm:spPr/>
      <dgm:t>
        <a:bodyPr/>
        <a:lstStyle/>
        <a:p>
          <a:endParaRPr lang="en-US"/>
        </a:p>
      </dgm:t>
    </dgm:pt>
    <dgm:pt modelId="{81983DED-75F9-4013-9AC8-1DC5234FD360}" type="sibTrans" cxnId="{C9F45266-92C0-4374-A336-80FF0AE46A94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789F6-D633-4BE2-AD34-3426A571AAD5}" type="pres">
      <dgm:prSet presAssocID="{CCFFC167-186E-4EBB-B1DC-7C342342DAC9}" presName="wedge3" presStyleLbl="node1" presStyleIdx="2" presStyleCnt="3"/>
      <dgm:spPr/>
    </dgm:pt>
    <dgm:pt modelId="{38730307-46C4-4DF6-8ED9-0376DB73AF72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12E09040-A181-4670-89CF-A8773A84BA95}" type="presOf" srcId="{34C3400E-F26B-4390-8192-9DBC0788EE2A}" destId="{DAB88AA6-0C19-472A-9C21-1F1CCD3FBF56}" srcOrd="1" destOrd="0" presId="urn:microsoft.com/office/officeart/2005/8/layout/chart3"/>
    <dgm:cxn modelId="{59058360-B2C6-4364-8D90-1379B3AC71F3}" type="presOf" srcId="{64E0BD8A-CE07-4DEE-96E6-2DEAB38E1B99}" destId="{95E789F6-D633-4BE2-AD34-3426A571AAD5}" srcOrd="0" destOrd="0" presId="urn:microsoft.com/office/officeart/2005/8/layout/chart3"/>
    <dgm:cxn modelId="{C9F45266-92C0-4374-A336-80FF0AE46A94}" srcId="{CCFFC167-186E-4EBB-B1DC-7C342342DAC9}" destId="{34C3400E-F26B-4390-8192-9DBC0788EE2A}" srcOrd="1" destOrd="0" parTransId="{0FD3D59F-10C8-45F3-BBC3-E107EB7DE048}" sibTransId="{81983DED-75F9-4013-9AC8-1DC5234FD360}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2" destOrd="0" parTransId="{0A09C7E8-9F1C-4069-9361-04AA77E0518D}" sibTransId="{7E5E908C-BF0E-47A4-A909-920CE5BD9AE3}"/>
    <dgm:cxn modelId="{363EC5C2-3680-440A-9591-D43720A6AF3D}" type="presOf" srcId="{34C3400E-F26B-4390-8192-9DBC0788EE2A}" destId="{E38BEA43-6901-44EC-A624-A428C4B10F43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FBCE3FED-4871-4308-B3A6-33B6A7572B77}" type="presOf" srcId="{64E0BD8A-CE07-4DEE-96E6-2DEAB38E1B99}" destId="{38730307-46C4-4DF6-8ED9-0376DB73AF72}" srcOrd="1" destOrd="0" presId="urn:microsoft.com/office/officeart/2005/8/layout/chart3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57C7CBE9-B6A5-455D-B521-95ACD5BE5F3A}" type="presParOf" srcId="{6677FE96-FCA3-443F-9855-42DB3F0A3A69}" destId="{95E789F6-D633-4BE2-AD34-3426A571AAD5}" srcOrd="4" destOrd="0" presId="urn:microsoft.com/office/officeart/2005/8/layout/chart3"/>
    <dgm:cxn modelId="{258ED3E8-C4C7-431D-821A-4E2A4093C5AD}" type="presParOf" srcId="{6677FE96-FCA3-443F-9855-42DB3F0A3A69}" destId="{38730307-46C4-4DF6-8ED9-0376DB73AF72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/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1"/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614086" y="190772"/>
          <a:ext cx="2374060" cy="2374060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State</a:t>
          </a:r>
        </a:p>
      </dsp:txBody>
      <dsp:txXfrm>
        <a:off x="1904839" y="628843"/>
        <a:ext cx="805484" cy="791353"/>
      </dsp:txXfrm>
    </dsp:sp>
    <dsp:sp modelId="{E38BEA43-6901-44EC-A624-A428C4B10F43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Props</a:t>
          </a:r>
          <a:endParaRPr lang="en-US" sz="2000" b="1" kern="1200" dirty="0"/>
        </a:p>
      </dsp:txBody>
      <dsp:txXfrm>
        <a:off x="1141749" y="1759348"/>
        <a:ext cx="1073979" cy="734828"/>
      </dsp:txXfrm>
    </dsp:sp>
    <dsp:sp modelId="{95E789F6-D633-4BE2-AD34-3426A571AAD5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900" b="1" kern="1200" dirty="0"/>
            <a:t>Components</a:t>
          </a:r>
          <a:endParaRPr lang="en-US" sz="900" b="1" kern="1200" dirty="0"/>
        </a:p>
      </dsp:txBody>
      <dsp:txXfrm>
        <a:off x="746072" y="727762"/>
        <a:ext cx="805484" cy="79135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614086" y="190772"/>
          <a:ext cx="2374060" cy="2374060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State</a:t>
          </a:r>
          <a:endParaRPr lang="en-US" sz="2400" b="1" kern="1200" dirty="0"/>
        </a:p>
      </dsp:txBody>
      <dsp:txXfrm>
        <a:off x="1904839" y="628843"/>
        <a:ext cx="805484" cy="791353"/>
      </dsp:txXfrm>
    </dsp:sp>
    <dsp:sp modelId="{E38BEA43-6901-44EC-A624-A428C4B10F43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Props</a:t>
          </a:r>
          <a:endParaRPr lang="en-US" sz="2000" b="1" kern="1200" dirty="0"/>
        </a:p>
      </dsp:txBody>
      <dsp:txXfrm>
        <a:off x="1141749" y="1759348"/>
        <a:ext cx="1073979" cy="734828"/>
      </dsp:txXfrm>
    </dsp:sp>
    <dsp:sp modelId="{95E789F6-D633-4BE2-AD34-3426A571AAD5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900" b="1" kern="1200" dirty="0"/>
            <a:t>Components</a:t>
          </a:r>
          <a:endParaRPr lang="en-US" sz="900" b="1" kern="1200" dirty="0"/>
        </a:p>
      </dsp:txBody>
      <dsp:txXfrm>
        <a:off x="746072" y="727762"/>
        <a:ext cx="805484" cy="791353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89CC-68BD-5E9A-E193-5DBEB521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89F358-162A-4CC6-0F04-502C44043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93952A-1B57-0D27-D9C5-39DE1FA1F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3094A-5469-1A10-AAD8-1210CBF77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09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B2056-9683-D8BE-3EDE-341849759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A75A7-3EDC-E579-2C27-24D5AF5CC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FAD87-53FE-02AA-4BC4-B7826A529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627E8-584C-21DB-93D5-DF581968D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74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7703-FEC9-435B-3756-B47C0C7E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3AB88-E10A-C9B3-9A1C-F9E8E6C6F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E8342F-2EE7-8B83-7850-85A2B6CB2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410D0-1BE7-5F59-763C-73ED8081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685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024E-BFF6-04D0-B6DD-6BCA3D9A6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EAE64-B780-AF64-3E01-2B71C4EEC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F3185D-96F4-8DA7-5A61-966748847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32405-1018-0243-C2EB-FA963B0E8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098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5382-7990-6787-BE19-B2FFBC40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C188C-02EF-6053-C9B4-F23AFD624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218D3-F354-4FCA-5BEB-28DDD6675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A1B2C-BF2D-235D-36B8-AFDCECE9F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34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11462-1F02-8898-16D5-239663D11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00D7D8-BBA5-35D9-CE41-49E100223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EB748D-6C71-9E12-1309-EA80E5EB2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2B29A-81C9-3758-9596-ABAA0387A5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815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B961-FE75-E822-12CF-52BE22F5A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34A55-0DF8-57A9-C769-A7D0F6378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66DB2-934A-A557-CA97-9F87142A8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F6195-9381-2565-6063-5FD0F16E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0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0053-8403-52E0-CF4D-EE91B62BB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C9AB71-D808-A6AD-6B64-96314880BC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0317E-1F5B-437C-1EF1-78962EE76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6B184-FAE0-A500-CF58-96BC259B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1899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F4ED4-651F-9724-EDDF-67C543C9F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B7794-5B63-BFA3-3783-84AC7B560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FA67A-6004-BA39-9DD3-6E2CF2888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EFA4E-6D30-1E53-9DA7-D53C23B4B3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4950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C98C9-DAE4-8C9A-D432-6B78B724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F3EDC-1972-7AA4-3042-CA3BAF735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951EA-D79F-F7A4-73BD-D3814D0A4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5FA6F-C2EF-8502-3BA4-FC3B6EFAF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7873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DE561-139D-5D31-61B0-CEB51CE3F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87132-166B-03F8-09D6-15C5A5EC1A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73048-E494-15D6-07D2-86074E689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C2CCD-ACDC-1553-B482-92F19E194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34519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9C6C-B079-7AB8-CEAA-E4BF73F9C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0B5A4-C7A5-8D27-EB5F-CF1407F2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7F1F4-B884-0095-0C7F-8DECAE7F4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408E4-78E4-9D72-6CF6-B5FE68160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4231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2F325-B241-BB6F-3D43-87548EBA5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50859-4106-AADB-ECB3-703401BCE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5E268-4EC4-29A4-1FC6-95D29A16F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8A704-D235-1619-0246-893F1959D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3503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2FD1-D8C5-A304-F941-019FEB5B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C3AE1-DF29-F980-9F0E-6A6FCAF3C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3E06B-B148-F5FE-74E6-B82E39E46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57D4D-CE91-5BCA-3121-F40AE116C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701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D7CAA-255D-E62A-C0C0-768D07808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13743-EC73-34DD-7925-1395C459B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FC121-0FFC-6020-CF6F-FEE3D391D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A7FDF-EDF0-9978-0669-C7D4BF467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59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microsoft.com/office/2007/relationships/diagramDrawing" Target="../diagrams/drawing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5" Type="http://schemas.openxmlformats.org/officeDocument/2006/relationships/diagramData" Target="../diagrams/data3.xml"/><Relationship Id="rId10" Type="http://schemas.openxmlformats.org/officeDocument/2006/relationships/image" Target="../media/image15.png"/><Relationship Id="rId4" Type="http://schemas.openxmlformats.org/officeDocument/2006/relationships/image" Target="../media/image7.png"/><Relationship Id="rId9" Type="http://schemas.microsoft.com/office/2007/relationships/diagramDrawing" Target="../diagrams/drawing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4.xml"/><Relationship Id="rId5" Type="http://schemas.openxmlformats.org/officeDocument/2006/relationships/diagramData" Target="../diagrams/data4.xml"/><Relationship Id="rId10" Type="http://schemas.openxmlformats.org/officeDocument/2006/relationships/image" Target="../media/image16.png"/><Relationship Id="rId4" Type="http://schemas.openxmlformats.org/officeDocument/2006/relationships/image" Target="../media/image7.png"/><Relationship Id="rId9" Type="http://schemas.microsoft.com/office/2007/relationships/diagramDrawing" Target="../diagrams/drawing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5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5.xml"/><Relationship Id="rId5" Type="http://schemas.openxmlformats.org/officeDocument/2006/relationships/diagramData" Target="../diagrams/data5.xml"/><Relationship Id="rId10" Type="http://schemas.openxmlformats.org/officeDocument/2006/relationships/image" Target="../media/image17.png"/><Relationship Id="rId4" Type="http://schemas.openxmlformats.org/officeDocument/2006/relationships/image" Target="../media/image7.png"/><Relationship Id="rId9" Type="http://schemas.microsoft.com/office/2007/relationships/diagramDrawing" Target="../diagrams/drawing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6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6.xml"/><Relationship Id="rId5" Type="http://schemas.openxmlformats.org/officeDocument/2006/relationships/image" Target="../media/image18.png"/><Relationship Id="rId10" Type="http://schemas.microsoft.com/office/2007/relationships/diagramDrawing" Target="../diagrams/drawing6.xml"/><Relationship Id="rId4" Type="http://schemas.openxmlformats.org/officeDocument/2006/relationships/image" Target="../media/image7.png"/><Relationship Id="rId9" Type="http://schemas.openxmlformats.org/officeDocument/2006/relationships/diagramColors" Target="../diagrams/colors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7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7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7.xml"/><Relationship Id="rId5" Type="http://schemas.openxmlformats.org/officeDocument/2006/relationships/diagramData" Target="../diagrams/data7.xml"/><Relationship Id="rId10" Type="http://schemas.openxmlformats.org/officeDocument/2006/relationships/image" Target="../media/image19.png"/><Relationship Id="rId4" Type="http://schemas.openxmlformats.org/officeDocument/2006/relationships/image" Target="../media/image7.png"/><Relationship Id="rId9" Type="http://schemas.microsoft.com/office/2007/relationships/diagramDrawing" Target="../diagrams/drawing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8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8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8.xml"/><Relationship Id="rId11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microsoft.com/office/2007/relationships/diagramDrawing" Target="../diagrams/drawing8.xml"/><Relationship Id="rId4" Type="http://schemas.openxmlformats.org/officeDocument/2006/relationships/image" Target="../media/image23.png"/><Relationship Id="rId9" Type="http://schemas.openxmlformats.org/officeDocument/2006/relationships/diagramColors" Target="../diagrams/colors8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9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9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9.xml"/><Relationship Id="rId11" Type="http://schemas.openxmlformats.org/officeDocument/2006/relationships/image" Target="../media/image26.png"/><Relationship Id="rId5" Type="http://schemas.openxmlformats.org/officeDocument/2006/relationships/diagramData" Target="../diagrams/data9.xml"/><Relationship Id="rId10" Type="http://schemas.openxmlformats.org/officeDocument/2006/relationships/image" Target="../media/image25.png"/><Relationship Id="rId4" Type="http://schemas.openxmlformats.org/officeDocument/2006/relationships/image" Target="../media/image23.png"/><Relationship Id="rId9" Type="http://schemas.microsoft.com/office/2007/relationships/diagramDrawing" Target="../diagrams/drawing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447801"/>
            <a:ext cx="5288198" cy="2110380"/>
          </a:xfrm>
        </p:spPr>
        <p:txBody>
          <a:bodyPr>
            <a:normAutofit fontScale="90000"/>
          </a:bodyPr>
          <a:lstStyle/>
          <a:p>
            <a:r>
              <a:rPr lang="en-US" dirty="0"/>
              <a:t>REACT Foundations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0581" y="4776950"/>
            <a:ext cx="4897822" cy="1266497"/>
          </a:xfrm>
        </p:spPr>
        <p:txBody>
          <a:bodyPr anchor="ctr">
            <a:normAutofit/>
          </a:bodyPr>
          <a:lstStyle/>
          <a:p>
            <a:r>
              <a:rPr lang="en-US" sz="4400" dirty="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EA94DAB-F9A4-841A-1852-2E20FE514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369" y="736586"/>
            <a:ext cx="5978024" cy="530686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D0718DA-F50E-F567-64BA-47C6E415AE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6364533" y="354549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1. About React and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8C25B6C-E093-042D-A18E-66F9AE3ED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9438BDDE-ABD0-915C-9EE6-06DC96DE4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28" y="1723696"/>
            <a:ext cx="6017915" cy="48881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476EAC-81DC-DD09-1347-18F89C9D1C6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12963-7889-810C-A816-CEB4B25B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C7C6A3A-5C5F-ADEF-E377-8FC11885AD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0BDBB5-F6DC-254A-42AB-FD4133545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B2F5E3-2D9B-FDCF-C0E4-3CBFA697FF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2. Rendering User Interfaces (UI)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026279C-9F9D-577A-A86C-5A6561C64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2231224-D55D-C123-C959-8865CD5967D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646F64AC-614D-0986-F301-9EBF840F07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345" y="1422848"/>
            <a:ext cx="6281319" cy="5166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8D625C-2A06-AE55-B238-F78C9CD5A04E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189567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AB1D1-2CA5-2126-3946-ABD5C4FE6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F951A80-7B5C-C348-98BE-935C0F5132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EEAAB6-DF0C-15D1-A1A1-BB2969972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46CC-93DB-577A-8399-60E73AEC3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3. Updating UI with JavaScript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ABABAAB7-FB6E-9102-142F-B9191982D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D72E8A-C180-9C2D-D686-B7AEA965B511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840FAFA9-AD10-474C-8642-E08D4FA66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46" y="1371967"/>
            <a:ext cx="6287006" cy="518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7797D8-4A61-401A-661F-D8ECC3CDA6D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749336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3FA7-2D6F-2950-1520-2A6693B3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98F9AF7-E6D9-1852-B180-2317194E202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E6355D-8D8E-5249-4F20-F78C87D31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C7EEDD90-C655-7673-363F-436D670CD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CE5C4CB-D2E7-6654-A4F4-BDAF61944FF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B9129520-6448-031D-E95F-ADEB9206A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14" y="1510917"/>
            <a:ext cx="7402970" cy="4619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8CDF6BB-848E-C9B7-3515-849222BB0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98772" y="3953814"/>
            <a:ext cx="6706470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4.1 Transform with React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C80D503-F3E7-98DD-A918-C3605D27D738}"/>
              </a:ext>
            </a:extLst>
          </p:cNvPr>
          <p:cNvSpPr txBox="1">
            <a:spLocks/>
          </p:cNvSpPr>
          <p:nvPr/>
        </p:nvSpPr>
        <p:spPr>
          <a:xfrm>
            <a:off x="5416515" y="2053513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49422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9782B-FF5F-B0C0-D22A-EDC95166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78B1B7-FEB5-4EC4-1E88-964F7F99F4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581E64-803E-3686-14F8-C6C66DE72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6AAC1A7-BEC7-5315-BBD2-B7A051CE54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35E9C3-CC1E-F686-858A-5BD703374BC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BD0A6D63-726C-C27A-A4AF-8A93226BC8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3" y="1594944"/>
            <a:ext cx="7647501" cy="47131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DBB65E7-AAFD-1F0D-84A1-35ED013B9D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8676" y="4047556"/>
            <a:ext cx="5916566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4.2 Handling JSX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59C108C-09E9-0380-CC70-93BCA38A190E}"/>
              </a:ext>
            </a:extLst>
          </p:cNvPr>
          <p:cNvSpPr txBox="1">
            <a:spLocks/>
          </p:cNvSpPr>
          <p:nvPr/>
        </p:nvSpPr>
        <p:spPr>
          <a:xfrm>
            <a:off x="5528398" y="2187464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85170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3F39-CAE0-71F8-5F44-C9894467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5B02E3D-8D19-4043-1D10-F16D091B17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89E879-E2B0-5CC1-29D5-CD3880185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E00657-CB21-BA4D-A93C-CB0DDDC28C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5.1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DC7D42E0-10F4-DF27-8E86-5A4CC5E18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60701D-3E49-021B-0C86-21E5E2204775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F759988A-545A-B42C-E79D-4A55CDBEB9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6387842"/>
              </p:ext>
            </p:extLst>
          </p:nvPr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00AC85B4-5ECB-33F4-FF8F-D0646C8B05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4455" y="1653559"/>
            <a:ext cx="6829097" cy="46139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C7FB85-B4C7-CF6C-B987-A25BFD68980D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05896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A50A1-02D8-B552-AEFF-504F0E8BD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8B45085-C4AE-5F91-F670-0241847F1B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5A1B87-4335-B17A-55F5-A26A0BB6C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74E8F-EA30-37F5-0AE5-7FA949D070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5.2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86951EB-1488-0D90-6FA7-E452AF356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94423-698C-C1AB-124C-1F67EB96795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E5C180B-9271-F72D-E210-5DCB7F4F743F}"/>
              </a:ext>
            </a:extLst>
          </p:cNvPr>
          <p:cNvGraphicFramePr/>
          <p:nvPr/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63BBEC85-476E-3526-1F38-9F87246261C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643" y="1594944"/>
            <a:ext cx="7012280" cy="4658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D7C8C3-5917-7596-FB03-0D4D85793ADC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68532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52CCE-AB04-A405-C49B-CD134750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1F77740-E825-DC46-9E00-2CAFA042E0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25496B-B2FB-AB16-2A17-EFAF948013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6B67C-B34B-23BE-A5DF-324435372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3660" y="2085106"/>
            <a:ext cx="5207153" cy="2134347"/>
          </a:xfrm>
        </p:spPr>
        <p:txBody>
          <a:bodyPr>
            <a:normAutofit lnSpcReduction="1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6.1 Using Props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9AC94DF-2563-5C73-D68B-B79E35416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95FBD2-8E0C-A9CE-521F-8510ED36A81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65FEBDC4-A1B7-F56A-C42F-22B627C0F2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7110061"/>
              </p:ext>
            </p:extLst>
          </p:nvPr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2E09B881-41A2-9572-C880-1FE221465B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13" y="1739431"/>
            <a:ext cx="6459481" cy="45689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EAFD77-3BBD-C410-A7F5-E0DD37756FA7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474011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62CCE-7241-C285-7DC0-6F23AEAA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901AC1B-435F-87B2-D441-2FB1203B5B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F454BA-CCAD-684D-C7DF-026466510A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F1A4FC-85C7-D945-D4D7-4C83AF1107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3660" y="2085106"/>
            <a:ext cx="5207153" cy="2134347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6.2 Using variables in JSX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700CFFEF-0AFD-79A0-6751-96E44AB90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484EE-6C9B-E175-07EB-C17EDEAF26A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DCBF5455-83D1-0480-0368-7A436005FFBD}"/>
              </a:ext>
            </a:extLst>
          </p:cNvPr>
          <p:cNvGraphicFramePr/>
          <p:nvPr/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0B089A03-7BB4-B448-AEB3-8100FE2011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14" y="1468968"/>
            <a:ext cx="6421205" cy="48290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6CFB606-F479-F7E7-DCE2-855F3093ED11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66658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25D04-FCA9-BD37-8112-39C85972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57E9557-5DBC-4C72-FD36-D7A738D174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E1D16C-4EFB-E58C-6B49-95DE85075A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F9008-83DD-47CF-CDFC-E1CF9B2096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22469" y="2085106"/>
            <a:ext cx="5068344" cy="2134347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6.3 Iterating through Lists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2481B14-722E-8002-12F2-E7D8B485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C8E5DC5-43C4-CF53-FDAE-C8C60A631758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E9957F55-091B-17CC-B0D3-F4048E9B424C}"/>
              </a:ext>
            </a:extLst>
          </p:cNvPr>
          <p:cNvGraphicFramePr/>
          <p:nvPr/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project&#10;&#10;AI-generated content may be incorrect.">
            <a:extLst>
              <a:ext uri="{FF2B5EF4-FFF2-40B4-BE49-F238E27FC236}">
                <a16:creationId xmlns:a16="http://schemas.microsoft.com/office/drawing/2014/main" id="{38269E7F-76FF-2320-6A63-9A3E944D11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94" y="1680549"/>
            <a:ext cx="6582473" cy="46858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281746-D58F-E9FF-24B7-E8B730A364D9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961488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4E4E-E396-1EEB-6EB8-A579B550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711E115A-D9DB-84F4-5901-B15FBAD446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C7C39C-7AEF-DB6E-A7F3-901AA14BA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530AB-7133-F2DC-A215-9A14BE08EA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7841" y="2113581"/>
            <a:ext cx="4968545" cy="2242662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sz="4400" b="1" dirty="0"/>
              <a:t>7. Adding Interactivity with State</a:t>
            </a:r>
          </a:p>
          <a:p>
            <a:r>
              <a:rPr lang="en-US" sz="3800" b="1" dirty="0"/>
              <a:t>7.1 Listening and Handling Events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A2D2004-1712-30A0-86E4-52E003D8B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4C659B-8BF6-4139-3DF8-2DFABCE2869A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software application&#10;&#10;AI-generated content may be incorrect.">
            <a:extLst>
              <a:ext uri="{FF2B5EF4-FFF2-40B4-BE49-F238E27FC236}">
                <a16:creationId xmlns:a16="http://schemas.microsoft.com/office/drawing/2014/main" id="{BBA2AB25-E214-9734-81A1-67AEB0C001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014" y="1871194"/>
            <a:ext cx="6731423" cy="44576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A29570-B136-2F8E-83EC-D66EEDFF8C4D}"/>
              </a:ext>
            </a:extLst>
          </p:cNvPr>
          <p:cNvSpPr txBox="1">
            <a:spLocks/>
          </p:cNvSpPr>
          <p:nvPr/>
        </p:nvSpPr>
        <p:spPr>
          <a:xfrm>
            <a:off x="4875382" y="241379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2CCB3F84-31B7-9BC9-81D0-D133E9E7F4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2487350"/>
              </p:ext>
            </p:extLst>
          </p:nvPr>
        </p:nvGraphicFramePr>
        <p:xfrm>
          <a:off x="6773753" y="4034046"/>
          <a:ext cx="3479855" cy="282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169113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13E58-464C-D030-8EA4-B880BB8CC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3C3E42-EFE2-2E7A-13AB-EAB18280DC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131808-B156-B66D-E931-ED40FE538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6A110-E090-EE7C-508B-A584433CD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7841" y="2113581"/>
            <a:ext cx="4968545" cy="2242662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sz="4400" b="1" dirty="0"/>
              <a:t>7. Adding Interactivity with State</a:t>
            </a:r>
          </a:p>
          <a:p>
            <a:r>
              <a:rPr lang="en-US" sz="3800" b="1" dirty="0"/>
              <a:t>7.2 State and Hooks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6633855F-4B74-875E-28E6-594A00851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4F833D-C48C-35F0-DFD9-1A34EADB4DC7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7E140893-933C-76FC-0340-BAC1273F4EEB}"/>
              </a:ext>
            </a:extLst>
          </p:cNvPr>
          <p:cNvGraphicFramePr/>
          <p:nvPr/>
        </p:nvGraphicFramePr>
        <p:xfrm>
          <a:off x="6773753" y="4034046"/>
          <a:ext cx="3479855" cy="282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E5FEF984-D3F8-09D1-5C6A-54EAB209C3B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1891" y="1797269"/>
            <a:ext cx="6668906" cy="45418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54B7572-9340-9A82-98FD-EFB691E0451D}"/>
              </a:ext>
            </a:extLst>
          </p:cNvPr>
          <p:cNvSpPr txBox="1">
            <a:spLocks/>
          </p:cNvSpPr>
          <p:nvPr/>
        </p:nvSpPr>
        <p:spPr>
          <a:xfrm>
            <a:off x="4875382" y="241379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18616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84D4A-2E2A-5A2B-55E3-DF125F64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EF105C0-8B22-F8B0-B41E-8CFD85EACE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68510A-545D-E612-33C8-92615E563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941F4-35C0-C181-B474-9FE4B36D7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From React to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54A9F52E-2D4E-D3AE-3F2C-5B18C8D5C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2795653-27D9-0C54-8DDB-8A02B950E9B3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A9FD003E-1AE5-E57B-E128-D714911240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926" y="1615493"/>
            <a:ext cx="6118201" cy="50216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65D237-450C-1EF9-9598-2835DA2F261C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675432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1CBE-C79C-1ACD-6B90-06B9F547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AF8D14-A203-DB50-E442-2B64294AE7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F42D89-CDA9-17B2-4458-F8B971591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658E0-737E-D4A2-1FA3-01DFDF425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/>
          </a:bodyPr>
          <a:lstStyle/>
          <a:p>
            <a:r>
              <a:rPr lang="en-US" altLang="zh-CN" sz="4400" b="1" dirty="0"/>
              <a:t>Installing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1182802-C90A-D190-DE70-E3BC9B1CF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EEFDC22-DA9B-E5C9-162B-B961AE35953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F754BA4B-CCB8-8621-5569-789A9EE04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945" y="1594944"/>
            <a:ext cx="6190501" cy="4980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C59635-C706-E5A2-11C0-5D5395221714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4264989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71FB-515F-888D-E67B-B67109ED1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0F68039-B935-AC33-9E84-D8A37CAC25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43A49-F9A5-1BC7-DE23-0EB6413A91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5948D-7CF3-CA45-343B-180EFB130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Server and Client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918947B-2500-CDA7-2479-D40BB1845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33613E9-C45B-BD30-16D1-FC533AAEB9EF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71BA7069-49D6-C14B-158F-545764F51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28" y="1620314"/>
            <a:ext cx="6317398" cy="50350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959949-6B1F-C8A6-5D11-4A40354D3FA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076644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D132-4399-ACE9-4569-0B69A8DCF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C77CED-1A10-A935-428B-8DA5D8A711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71E2806D-C517-0642-9FE0-1043F4016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82E914-C74C-E9D2-EAD7-AEC9C5F96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5813" y="601656"/>
            <a:ext cx="1372441" cy="11085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3D68DDF4-6AB1-8580-773C-788F21FE0E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758909"/>
              </p:ext>
            </p:extLst>
          </p:nvPr>
        </p:nvGraphicFramePr>
        <p:xfrm>
          <a:off x="2220891" y="3747753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750051A5-7776-26B3-84DB-B9089D68EB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69171" y="4037556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3417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7940008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2590</TotalTime>
  <Words>275</Words>
  <Application>Microsoft Office PowerPoint</Application>
  <PresentationFormat>Widescreen</PresentationFormat>
  <Paragraphs>111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Calibri</vt:lpstr>
      <vt:lpstr>Century Gothic</vt:lpstr>
      <vt:lpstr>Wingdings 3</vt:lpstr>
      <vt:lpstr>Ion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18</cp:revision>
  <dcterms:created xsi:type="dcterms:W3CDTF">2026-01-17T04:16:23Z</dcterms:created>
  <dcterms:modified xsi:type="dcterms:W3CDTF">2026-01-19T04:21:22Z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