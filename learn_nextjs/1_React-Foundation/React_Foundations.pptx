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111" d="100"/>
          <a:sy n="111" d="100"/>
        </p:scale>
        <p:origin x="513" y="27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/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/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1/17/2026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1/17/2026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89CC-68BD-5E9A-E193-5DBEB521C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89F358-162A-4CC6-0F04-502C440436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93952A-1B57-0D27-D9C5-39DE1FA1F7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93094A-5469-1A10-AAD8-1210CBF776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009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B2056-9683-D8BE-3EDE-341849759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9A75A7-3EDC-E579-2C27-24D5AF5CC6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4FAD87-53FE-02AA-4BC4-B7826A5291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F627E8-584C-21DB-93D5-DF581968D1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746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09FAC-89CB-E70B-1744-6080A0235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2A55DF-18C7-E62B-D0CD-253A3B69AF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734E14-2E1C-42D7-3652-6EDBDA02DA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6D67A8-366B-9440-80AA-534803B070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81616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55382-7990-6787-BE19-B2FFBC408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FC188C-02EF-6053-C9B4-F23AFD624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E218D3-F354-4FCA-5BEB-28DDD6675F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3A1B2C-BF2D-235D-36B8-AFDCECE9F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03411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0B961-FE75-E822-12CF-52BE22F5A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734A55-0DF8-57A9-C769-A7D0F63784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766DB2-934A-A557-CA97-9F87142A8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7F6195-9381-2565-6063-5FD0F16EA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602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C98C9-DAE4-8C9A-D432-6B78B724A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2F3EDC-1972-7AA4-3042-CA3BAF7350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A951EA-D79F-F7A4-73BD-D3814D0A45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15FA6F-C2EF-8502-3BA4-FC3B6EFAFE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47873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F9C6C-B079-7AB8-CEAA-E4BF73F9C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A0B5A4-C7A5-8D27-EB5F-CF1407F291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87F1F4-B884-0095-0C7F-8DECAE7F4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408E4-78E4-9D72-6CF6-B5FE68160B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84231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2F325-B241-BB6F-3D43-87548EBA5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350859-4106-AADB-ECB3-703401BCE2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95E268-4EC4-29A4-1FC6-95D29A16F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A8A704-D235-1619-0246-893F1959DE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53503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32FD1-D8C5-A304-F941-019FEB5BA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5C3AE1-DF29-F980-9F0E-6A6FCAF3C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3E06B-B148-F5FE-74E6-B82E39E464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57D4D-CE91-5BCA-3121-F40AE116C2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7012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D7CAA-255D-E62A-C0C0-768D07808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E13743-EC73-34DD-7925-1395C459BC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2FC121-0FFC-6020-CF6F-FEE3D391D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A7FDF-EDF0-9978-0669-C7D4BF467B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45978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1/17/2026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.xml"/><Relationship Id="rId3" Type="http://schemas.openxmlformats.org/officeDocument/2006/relationships/image" Target="../media/image6.jpeg"/><Relationship Id="rId7" Type="http://schemas.openxmlformats.org/officeDocument/2006/relationships/diagramLayout" Target="../diagrams/layout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diagramData" Target="../diagrams/data1.xml"/><Relationship Id="rId11" Type="http://schemas.openxmlformats.org/officeDocument/2006/relationships/image" Target="../media/image20.png"/><Relationship Id="rId5" Type="http://schemas.openxmlformats.org/officeDocument/2006/relationships/image" Target="../media/image19.png"/><Relationship Id="rId10" Type="http://schemas.microsoft.com/office/2007/relationships/diagramDrawing" Target="../diagrams/drawing1.xml"/><Relationship Id="rId4" Type="http://schemas.openxmlformats.org/officeDocument/2006/relationships/image" Target="../media/image18.png"/><Relationship Id="rId9" Type="http://schemas.openxmlformats.org/officeDocument/2006/relationships/diagramColors" Target="../diagrams/colors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447801"/>
            <a:ext cx="5288198" cy="2110380"/>
          </a:xfrm>
        </p:spPr>
        <p:txBody>
          <a:bodyPr>
            <a:normAutofit fontScale="90000"/>
          </a:bodyPr>
          <a:lstStyle/>
          <a:p>
            <a:r>
              <a:rPr lang="en-US" dirty="0"/>
              <a:t>REACT Foundations</a:t>
            </a:r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0581" y="4776950"/>
            <a:ext cx="4897822" cy="1266497"/>
          </a:xfrm>
        </p:spPr>
        <p:txBody>
          <a:bodyPr anchor="ctr">
            <a:normAutofit/>
          </a:bodyPr>
          <a:lstStyle/>
          <a:p>
            <a:r>
              <a:rPr lang="en-US" sz="4400" dirty="0"/>
              <a:t>Introduction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EA94DAB-F9A4-841A-1852-2E20FE5147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369" y="736586"/>
            <a:ext cx="5978024" cy="530686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D0718DA-F50E-F567-64BA-47C6E415AE1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6364533" y="3545495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About React and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98C25B6C-E093-042D-A18E-66F9AE3ED6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8" name="Picture 7" descr="A diagram of a program&#10;&#10;AI-generated content may be incorrect.">
            <a:extLst>
              <a:ext uri="{FF2B5EF4-FFF2-40B4-BE49-F238E27FC236}">
                <a16:creationId xmlns:a16="http://schemas.microsoft.com/office/drawing/2014/main" id="{9438BDDE-ABD0-915C-9EE6-06DC96DE42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028" y="1723696"/>
            <a:ext cx="6017915" cy="48881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D476EAC-81DC-DD09-1347-18F89C9D1C6B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12963-7889-810C-A816-CEB4B25BE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C7C6A3A-5C5F-ADEF-E377-8FC11885ADD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C0BDBB5-F6DC-254A-42AB-FD4133545F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B2F5E3-2D9B-FDCF-C0E4-3CBFA697FF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Rendering User Interfaces (UI)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026279C-9F9D-577A-A86C-5A6561C647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2231224-D55D-C123-C959-8865CD5967D5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646F64AC-614D-0986-F301-9EBF840F07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345" y="1422848"/>
            <a:ext cx="6281319" cy="5166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8D625C-2A06-AE55-B238-F78C9CD5A04E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31895670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AB1D1-2CA5-2126-3946-ABD5C4FE6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F951A80-7B5C-C348-98BE-935C0F5132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EEAAB6-DF0C-15D1-A1A1-BB29699728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4346CC-93DB-577A-8399-60E73AEC3F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Updating UI with JavaScript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ABABAAB7-FB6E-9102-142F-B9191982D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BD72E8A-C180-9C2D-D686-B7AEA965B511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840FAFA9-AD10-474C-8642-E08D4FA667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546" y="1371967"/>
            <a:ext cx="6287006" cy="518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07797D8-4A61-401A-661F-D8ECC3CDA6D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2749336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4089E-FCCB-38A9-27D7-F5D54F9DF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BB27D41-69A7-5A63-2888-270368649F6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135341-F766-D039-08F9-C1C74798B6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EDC558-4C9D-B732-AC11-A98F8FD88C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Getting Started with React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9D362F45-4A09-AB9F-3993-C7833F6A7B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F181EF5-ABDC-F778-87E3-6E65D7A73C38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624A06F4-7C91-2F47-9C04-044DAFE526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291" y="1573923"/>
            <a:ext cx="6063551" cy="49871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E6FB756-D081-3D2C-F511-0B88A3F5098A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28512329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53F39-CAE0-71F8-5F44-C9894467A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5B02E3D-8D19-4043-1D10-F16D091B177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89E879-E2B0-5CC1-29D5-CD3880185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E00657-CB21-BA4D-A93C-CB0DDDC28C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Building UI with Components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DC7D42E0-10F4-DF27-8E86-5A4CC5E18D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9C7FB85-B4C7-CF6C-B987-A25BFD68980D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DFFF9C4D-A049-A354-8340-9E101A0390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23" y="1585031"/>
            <a:ext cx="6229145" cy="514598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60701D-3E49-021B-0C86-21E5E2204775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24058968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52CCE-AB04-A405-C49B-CD134750A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1F77740-E825-DC46-9E00-2CAFA042E00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25496B-B2FB-AB16-2A17-EFAF948013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F6B67C-B34B-23BE-A5DF-3244353721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Displaying Data with Props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99AC94DF-2563-5C73-D68B-B79E35416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8EAFD77-3BBD-C410-A7F5-E0DD37756FA7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2E29A81B-C0D2-61BE-B02B-04AAB16C0C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1513" y="1663113"/>
            <a:ext cx="6038179" cy="498365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995FBD2-8E0C-A9CE-521F-8510ED36A81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34740110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84E4E-E396-1EEB-6EB8-A579B5503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711E115A-D9DB-84F4-5901-B15FBAD4460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C7C39C-7AEF-DB6E-A7F3-901AA14BA7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9530AB-7133-F2DC-A215-9A14BE08EA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986456"/>
          </a:xfrm>
        </p:spPr>
        <p:txBody>
          <a:bodyPr>
            <a:normAutofit lnSpcReduction="10000"/>
          </a:bodyPr>
          <a:lstStyle/>
          <a:p>
            <a:r>
              <a:rPr lang="en-US" altLang="zh-CN" sz="4400" b="1" dirty="0"/>
              <a:t>Adding Interactivity with State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A2D2004-1712-30A0-86E4-52E003D8B4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BA29570-B136-2F8E-83EC-D66EEDFF8C4D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95C4CEFD-6244-CFF2-6B4A-1B3199A3EC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376" y="1684961"/>
            <a:ext cx="5952119" cy="4880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14C659B-8BF6-4139-3DF8-2DFABCE2869A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1691132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84D4A-2E2A-5A2B-55E3-DF125F64A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EF105C0-8B22-F8B0-B41E-8CFD85EACE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68510A-545D-E612-33C8-92615E5634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3941F4-35C0-C181-B474-9FE4B36D75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From React to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54A9F52E-2D4E-D3AE-3F2C-5B18C8D5C9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2795653-27D9-0C54-8DDB-8A02B950E9B3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A9FD003E-1AE5-E57B-E128-D714911240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926" y="1615493"/>
            <a:ext cx="6118201" cy="502161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65D237-450C-1EF9-9598-2835DA2F261C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6754322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D1CBE-C79C-1ACD-6B90-06B9F5479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AF8D14-A203-DB50-E442-2B64294AE7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F42D89-CDA9-17B2-4458-F8B971591F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1658E0-737E-D4A2-1FA3-01DFDF425F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/>
          </a:bodyPr>
          <a:lstStyle/>
          <a:p>
            <a:r>
              <a:rPr lang="en-US" altLang="zh-CN" sz="4400" b="1" dirty="0"/>
              <a:t>Installing Next.js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F1182802-C90A-D190-DE70-E3BC9B1CFC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EEFDC22-DA9B-E5C9-162B-B961AE359535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  <p:pic>
        <p:nvPicPr>
          <p:cNvPr id="9" name="Picture 8" descr="A diagram of a program&#10;&#10;AI-generated content may be incorrect.">
            <a:extLst>
              <a:ext uri="{FF2B5EF4-FFF2-40B4-BE49-F238E27FC236}">
                <a16:creationId xmlns:a16="http://schemas.microsoft.com/office/drawing/2014/main" id="{F754BA4B-CCB8-8621-5569-789A9EE04B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945" y="1594944"/>
            <a:ext cx="6190501" cy="4980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2C59635-C706-E5A2-11C0-5D5395221714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42649891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D71FB-515F-888D-E67B-B67109ED1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0F68039-B935-AC33-9E84-D8A37CAC259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043A49-F9A5-1BC7-DE23-0EB6413A91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4323" y="96169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REACT Foundations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F5948D-7CF3-CA45-343B-180EFB130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8088" y="3909848"/>
            <a:ext cx="5207153" cy="1266497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sz="4400" b="1" dirty="0"/>
              <a:t>Server and Client Components</a:t>
            </a:r>
            <a:endParaRPr lang="en-US" sz="4400" b="1" dirty="0"/>
          </a:p>
        </p:txBody>
      </p:sp>
      <p:pic>
        <p:nvPicPr>
          <p:cNvPr id="6" name="Picture 5" descr="A group of cubes with a symbol in center&#10;&#10;AI-generated content may be incorrect.">
            <a:extLst>
              <a:ext uri="{FF2B5EF4-FFF2-40B4-BE49-F238E27FC236}">
                <a16:creationId xmlns:a16="http://schemas.microsoft.com/office/drawing/2014/main" id="{E918947B-2500-CDA7-2479-D40BB1845F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14" y="126986"/>
            <a:ext cx="3965294" cy="352010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33613E9-C45B-BD30-16D1-FC533AAEB9EF}"/>
              </a:ext>
            </a:extLst>
          </p:cNvPr>
          <p:cNvSpPr txBox="1">
            <a:spLocks/>
          </p:cNvSpPr>
          <p:nvPr/>
        </p:nvSpPr>
        <p:spPr>
          <a:xfrm>
            <a:off x="6755257" y="219928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  <p:pic>
        <p:nvPicPr>
          <p:cNvPr id="9" name="Picture 8" descr="A blue and orange text box&#10;&#10;AI-generated content may be incorrect.">
            <a:extLst>
              <a:ext uri="{FF2B5EF4-FFF2-40B4-BE49-F238E27FC236}">
                <a16:creationId xmlns:a16="http://schemas.microsoft.com/office/drawing/2014/main" id="{71BA7069-49D6-C14B-158F-545764F511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328" y="1620314"/>
            <a:ext cx="6317398" cy="50350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6959949-6B1F-C8A6-5D11-4A40354D3FA0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</p:spTree>
    <p:extLst>
      <p:ext uri="{BB962C8B-B14F-4D97-AF65-F5344CB8AC3E}">
        <p14:creationId xmlns:p14="http://schemas.microsoft.com/office/powerpoint/2010/main" val="30766442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4D132-4399-ACE9-4569-0B69A8DCF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C77CED-1A10-A935-428B-8DA5D8A711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71E2806D-C517-0642-9FE0-1043F4016B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082E914-C74C-E9D2-EAD7-AEC9C5F96A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5813" y="601656"/>
            <a:ext cx="1372441" cy="110851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3D68DDF4-6AB1-8580-773C-788F21FE0E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31758909"/>
              </p:ext>
            </p:extLst>
          </p:nvPr>
        </p:nvGraphicFramePr>
        <p:xfrm>
          <a:off x="2220891" y="3747753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750051A5-7776-26B3-84DB-B9089D68EB8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69171" y="4037556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643417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155</TotalTime>
  <Words>137</Words>
  <Application>Microsoft Office PowerPoint</Application>
  <PresentationFormat>Widescreen</PresentationFormat>
  <Paragraphs>57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Calibri</vt:lpstr>
      <vt:lpstr>Century Gothic</vt:lpstr>
      <vt:lpstr>Wingdings 3</vt:lpstr>
      <vt:lpstr>Ion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REACT Foundations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10</cp:revision>
  <dcterms:created xsi:type="dcterms:W3CDTF">2026-01-17T04:16:23Z</dcterms:created>
  <dcterms:modified xsi:type="dcterms:W3CDTF">2026-01-17T07:27:46Z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