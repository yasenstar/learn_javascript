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7" r:id="rId6"/>
    <p:sldId id="258" r:id="rId7"/>
    <p:sldId id="259" r:id="rId8"/>
    <p:sldId id="268" r:id="rId9"/>
    <p:sldId id="269" r:id="rId10"/>
    <p:sldId id="261" r:id="rId11"/>
    <p:sldId id="271" r:id="rId12"/>
    <p:sldId id="262" r:id="rId13"/>
    <p:sldId id="272" r:id="rId14"/>
    <p:sldId id="273" r:id="rId15"/>
    <p:sldId id="263" r:id="rId16"/>
    <p:sldId id="274" r:id="rId17"/>
    <p:sldId id="264" r:id="rId18"/>
    <p:sldId id="265" r:id="rId19"/>
    <p:sldId id="266" r:id="rId20"/>
    <p:sldId id="267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93" d="100"/>
          <a:sy n="93" d="100"/>
        </p:scale>
        <p:origin x="1188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altLang="zh-CN" sz="1200" b="1" dirty="0"/>
            <a:t>Components</a:t>
          </a:r>
          <a:endParaRPr lang="en-US" sz="1200" b="1" dirty="0"/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99CC2039-99CB-4434-9FE9-5C1500297319}">
      <dgm:prSet phldrT="[Text]" phldr="0" custT="1"/>
      <dgm:spPr/>
      <dgm:t>
        <a:bodyPr/>
        <a:lstStyle/>
        <a:p>
          <a:r>
            <a:rPr lang="en-US" sz="1200" b="1" dirty="0"/>
            <a:t>Props</a:t>
          </a:r>
        </a:p>
      </dgm:t>
    </dgm:pt>
    <dgm:pt modelId="{84F273EC-FB7A-4491-B31F-E7CA9F7BA518}" type="parTrans" cxnId="{1746C5DD-7F8F-4D20-A040-E37A791F0683}">
      <dgm:prSet/>
      <dgm:spPr/>
      <dgm:t>
        <a:bodyPr/>
        <a:lstStyle/>
        <a:p>
          <a:endParaRPr lang="en-US" sz="1200" b="1"/>
        </a:p>
      </dgm:t>
    </dgm:pt>
    <dgm:pt modelId="{19F107BB-920F-4D9A-B81D-60CB32B2A8BC}" type="sibTrans" cxnId="{1746C5DD-7F8F-4D20-A040-E37A791F0683}">
      <dgm:prSet/>
      <dgm:spPr/>
      <dgm:t>
        <a:bodyPr/>
        <a:lstStyle/>
        <a:p>
          <a:endParaRPr lang="en-US" sz="1200" b="1"/>
        </a:p>
      </dgm:t>
    </dgm:pt>
    <dgm:pt modelId="{86BD0A13-7E07-4DF2-88D8-8E073F95DEDB}">
      <dgm:prSet phldrT="[Text]" phldr="0" custT="1"/>
      <dgm:spPr/>
      <dgm:t>
        <a:bodyPr/>
        <a:lstStyle/>
        <a:p>
          <a:r>
            <a:rPr lang="en-US" sz="1200" b="1" dirty="0"/>
            <a:t>State</a:t>
          </a:r>
        </a:p>
      </dgm:t>
    </dgm:pt>
    <dgm:pt modelId="{1EFDC774-7DF5-45FD-9785-A22C203B59CC}" type="par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B352AD98-8982-488A-8B2E-BC56239BF035}" type="sib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CFB1FF1-6771-4E5C-A9D8-B2BACAED8CE8}" type="pres">
      <dgm:prSet presAssocID="{CCFFC167-186E-4EBB-B1DC-7C342342DAC9}" presName="wedge3" presStyleLbl="node1" presStyleIdx="2" presStyleCnt="3"/>
      <dgm:spPr/>
    </dgm:pt>
    <dgm:pt modelId="{D1D5BA62-619A-46B9-B193-4867AA63C391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8454809-6A69-43EA-B610-2CAB4BD92749}" type="presOf" srcId="{99CC2039-99CB-4434-9FE9-5C1500297319}" destId="{E38BEA43-6901-44EC-A624-A428C4B10F43}" srcOrd="0" destOrd="0" presId="urn:microsoft.com/office/officeart/2005/8/layout/chart3"/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CF116A85-ABAA-45D2-BAAA-95CC0FD2FEF5}" type="presOf" srcId="{99CC2039-99CB-4434-9FE9-5C1500297319}" destId="{DAB88AA6-0C19-472A-9C21-1F1CCD3FBF56}" srcOrd="1" destOrd="0" presId="urn:microsoft.com/office/officeart/2005/8/layout/chart3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017DB2A4-14E3-4C82-8E2B-E65B3F7A9F10}" type="presOf" srcId="{86BD0A13-7E07-4DF2-88D8-8E073F95DEDB}" destId="{1CFB1FF1-6771-4E5C-A9D8-B2BACAED8CE8}" srcOrd="0" destOrd="0" presId="urn:microsoft.com/office/officeart/2005/8/layout/chart3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1746C5DD-7F8F-4D20-A040-E37A791F0683}" srcId="{CCFFC167-186E-4EBB-B1DC-7C342342DAC9}" destId="{99CC2039-99CB-4434-9FE9-5C1500297319}" srcOrd="1" destOrd="0" parTransId="{84F273EC-FB7A-4491-B31F-E7CA9F7BA518}" sibTransId="{19F107BB-920F-4D9A-B81D-60CB32B2A8BC}"/>
    <dgm:cxn modelId="{2B70F6E1-33CA-42A6-A979-1993F7E198E9}" srcId="{CCFFC167-186E-4EBB-B1DC-7C342342DAC9}" destId="{86BD0A13-7E07-4DF2-88D8-8E073F95DEDB}" srcOrd="2" destOrd="0" parTransId="{1EFDC774-7DF5-45FD-9785-A22C203B59CC}" sibTransId="{B352AD98-8982-488A-8B2E-BC56239BF035}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9C6702F9-1122-48E2-B4BB-9BC962AB3EDF}" type="presOf" srcId="{86BD0A13-7E07-4DF2-88D8-8E073F95DEDB}" destId="{D1D5BA62-619A-46B9-B193-4867AA63C391}" srcOrd="1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ADA207D7-AC13-4A8D-9015-DC94D44AE082}" type="presParOf" srcId="{6677FE96-FCA3-443F-9855-42DB3F0A3A69}" destId="{1CFB1FF1-6771-4E5C-A9D8-B2BACAED8CE8}" srcOrd="4" destOrd="0" presId="urn:microsoft.com/office/officeart/2005/8/layout/chart3"/>
    <dgm:cxn modelId="{C3F102F0-0777-4DAC-8B36-47B1F5EA0E0D}" type="presParOf" srcId="{6677FE96-FCA3-443F-9855-42DB3F0A3A69}" destId="{D1D5BA62-619A-46B9-B193-4867AA63C391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altLang="zh-CN" sz="1200" b="1" dirty="0"/>
            <a:t>Components</a:t>
          </a:r>
          <a:endParaRPr lang="en-US" sz="1200" b="1" dirty="0"/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99CC2039-99CB-4434-9FE9-5C1500297319}">
      <dgm:prSet phldrT="[Text]" phldr="0" custT="1"/>
      <dgm:spPr/>
      <dgm:t>
        <a:bodyPr/>
        <a:lstStyle/>
        <a:p>
          <a:r>
            <a:rPr lang="en-US" sz="1200" b="1" dirty="0"/>
            <a:t>Props</a:t>
          </a:r>
        </a:p>
      </dgm:t>
    </dgm:pt>
    <dgm:pt modelId="{84F273EC-FB7A-4491-B31F-E7CA9F7BA518}" type="parTrans" cxnId="{1746C5DD-7F8F-4D20-A040-E37A791F0683}">
      <dgm:prSet/>
      <dgm:spPr/>
      <dgm:t>
        <a:bodyPr/>
        <a:lstStyle/>
        <a:p>
          <a:endParaRPr lang="en-US" sz="1200" b="1"/>
        </a:p>
      </dgm:t>
    </dgm:pt>
    <dgm:pt modelId="{19F107BB-920F-4D9A-B81D-60CB32B2A8BC}" type="sibTrans" cxnId="{1746C5DD-7F8F-4D20-A040-E37A791F0683}">
      <dgm:prSet/>
      <dgm:spPr/>
      <dgm:t>
        <a:bodyPr/>
        <a:lstStyle/>
        <a:p>
          <a:endParaRPr lang="en-US" sz="1200" b="1"/>
        </a:p>
      </dgm:t>
    </dgm:pt>
    <dgm:pt modelId="{86BD0A13-7E07-4DF2-88D8-8E073F95DEDB}">
      <dgm:prSet phldrT="[Text]" phldr="0" custT="1"/>
      <dgm:spPr/>
      <dgm:t>
        <a:bodyPr/>
        <a:lstStyle/>
        <a:p>
          <a:r>
            <a:rPr lang="en-US" sz="1200" b="1" dirty="0"/>
            <a:t>State</a:t>
          </a:r>
        </a:p>
      </dgm:t>
    </dgm:pt>
    <dgm:pt modelId="{1EFDC774-7DF5-45FD-9785-A22C203B59CC}" type="par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B352AD98-8982-488A-8B2E-BC56239BF035}" type="sib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CFB1FF1-6771-4E5C-A9D8-B2BACAED8CE8}" type="pres">
      <dgm:prSet presAssocID="{CCFFC167-186E-4EBB-B1DC-7C342342DAC9}" presName="wedge3" presStyleLbl="node1" presStyleIdx="2" presStyleCnt="3"/>
      <dgm:spPr/>
    </dgm:pt>
    <dgm:pt modelId="{D1D5BA62-619A-46B9-B193-4867AA63C391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8454809-6A69-43EA-B610-2CAB4BD92749}" type="presOf" srcId="{99CC2039-99CB-4434-9FE9-5C1500297319}" destId="{E38BEA43-6901-44EC-A624-A428C4B10F43}" srcOrd="0" destOrd="0" presId="urn:microsoft.com/office/officeart/2005/8/layout/chart3"/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CF116A85-ABAA-45D2-BAAA-95CC0FD2FEF5}" type="presOf" srcId="{99CC2039-99CB-4434-9FE9-5C1500297319}" destId="{DAB88AA6-0C19-472A-9C21-1F1CCD3FBF56}" srcOrd="1" destOrd="0" presId="urn:microsoft.com/office/officeart/2005/8/layout/chart3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017DB2A4-14E3-4C82-8E2B-E65B3F7A9F10}" type="presOf" srcId="{86BD0A13-7E07-4DF2-88D8-8E073F95DEDB}" destId="{1CFB1FF1-6771-4E5C-A9D8-B2BACAED8CE8}" srcOrd="0" destOrd="0" presId="urn:microsoft.com/office/officeart/2005/8/layout/chart3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1746C5DD-7F8F-4D20-A040-E37A791F0683}" srcId="{CCFFC167-186E-4EBB-B1DC-7C342342DAC9}" destId="{99CC2039-99CB-4434-9FE9-5C1500297319}" srcOrd="1" destOrd="0" parTransId="{84F273EC-FB7A-4491-B31F-E7CA9F7BA518}" sibTransId="{19F107BB-920F-4D9A-B81D-60CB32B2A8BC}"/>
    <dgm:cxn modelId="{2B70F6E1-33CA-42A6-A979-1993F7E198E9}" srcId="{CCFFC167-186E-4EBB-B1DC-7C342342DAC9}" destId="{86BD0A13-7E07-4DF2-88D8-8E073F95DEDB}" srcOrd="2" destOrd="0" parTransId="{1EFDC774-7DF5-45FD-9785-A22C203B59CC}" sibTransId="{B352AD98-8982-488A-8B2E-BC56239BF035}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9C6702F9-1122-48E2-B4BB-9BC962AB3EDF}" type="presOf" srcId="{86BD0A13-7E07-4DF2-88D8-8E073F95DEDB}" destId="{D1D5BA62-619A-46B9-B193-4867AA63C391}" srcOrd="1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ADA207D7-AC13-4A8D-9015-DC94D44AE082}" type="presParOf" srcId="{6677FE96-FCA3-443F-9855-42DB3F0A3A69}" destId="{1CFB1FF1-6771-4E5C-A9D8-B2BACAED8CE8}" srcOrd="4" destOrd="0" presId="urn:microsoft.com/office/officeart/2005/8/layout/chart3"/>
    <dgm:cxn modelId="{C3F102F0-0777-4DAC-8B36-47B1F5EA0E0D}" type="presParOf" srcId="{6677FE96-FCA3-443F-9855-42DB3F0A3A69}" destId="{D1D5BA62-619A-46B9-B193-4867AA63C391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sz="2000" b="1" dirty="0"/>
            <a:t>Props</a:t>
          </a:r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86BD0A13-7E07-4DF2-88D8-8E073F95DEDB}">
      <dgm:prSet phldrT="[Text]" phldr="0" custT="1"/>
      <dgm:spPr/>
      <dgm:t>
        <a:bodyPr/>
        <a:lstStyle/>
        <a:p>
          <a:r>
            <a:rPr lang="en-US" sz="1200" b="1" dirty="0"/>
            <a:t>State</a:t>
          </a:r>
        </a:p>
      </dgm:t>
    </dgm:pt>
    <dgm:pt modelId="{1EFDC774-7DF5-45FD-9785-A22C203B59CC}" type="par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B352AD98-8982-488A-8B2E-BC56239BF035}" type="sib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64E0BD8A-CE07-4DEE-96E6-2DEAB38E1B99}">
      <dgm:prSet phldrT="[Text]" custT="1"/>
      <dgm:spPr/>
      <dgm:t>
        <a:bodyPr/>
        <a:lstStyle/>
        <a:p>
          <a:r>
            <a:rPr lang="en-US" altLang="zh-CN" sz="1200" b="1"/>
            <a:t>Components</a:t>
          </a:r>
          <a:endParaRPr lang="en-US" sz="1200" b="1" dirty="0"/>
        </a:p>
      </dgm:t>
    </dgm:pt>
    <dgm:pt modelId="{0A09C7E8-9F1C-4069-9361-04AA77E0518D}" type="parTrans" cxnId="{FFDCF8B6-D00C-4275-ACF8-C30F6CB67B39}">
      <dgm:prSet/>
      <dgm:spPr/>
      <dgm:t>
        <a:bodyPr/>
        <a:lstStyle/>
        <a:p>
          <a:endParaRPr lang="en-US"/>
        </a:p>
      </dgm:t>
    </dgm:pt>
    <dgm:pt modelId="{7E5E908C-BF0E-47A4-A909-920CE5BD9AE3}" type="sibTrans" cxnId="{FFDCF8B6-D00C-4275-ACF8-C30F6CB67B39}">
      <dgm:prSet/>
      <dgm:spPr/>
      <dgm:t>
        <a:bodyPr/>
        <a:lstStyle/>
        <a:p>
          <a:endParaRPr lang="en-US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5ED624A-34FE-463E-9A7D-E5734D59C1ED}" type="pres">
      <dgm:prSet presAssocID="{CCFFC167-186E-4EBB-B1DC-7C342342DAC9}" presName="wedge3" presStyleLbl="node1" presStyleIdx="2" presStyleCnt="3"/>
      <dgm:spPr/>
    </dgm:pt>
    <dgm:pt modelId="{B35D889B-1B71-4ADF-BF3B-C950C18B4E0E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6535519-B9E2-4D70-A776-D33BF9071A55}" type="presOf" srcId="{64E0BD8A-CE07-4DEE-96E6-2DEAB38E1B99}" destId="{E38BEA43-6901-44EC-A624-A428C4B10F43}" srcOrd="0" destOrd="0" presId="urn:microsoft.com/office/officeart/2005/8/layout/chart3"/>
    <dgm:cxn modelId="{1D9A2F1A-09B9-44E2-A67A-4E5CE02A4AEB}" type="presOf" srcId="{86BD0A13-7E07-4DF2-88D8-8E073F95DEDB}" destId="{95ED624A-34FE-463E-9A7D-E5734D59C1ED}" srcOrd="0" destOrd="0" presId="urn:microsoft.com/office/officeart/2005/8/layout/chart3"/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A1714D6E-6469-487E-A2B5-5C0B7CD6E29A}" type="presOf" srcId="{86BD0A13-7E07-4DF2-88D8-8E073F95DEDB}" destId="{B35D889B-1B71-4ADF-BF3B-C950C18B4E0E}" srcOrd="1" destOrd="0" presId="urn:microsoft.com/office/officeart/2005/8/layout/chart3"/>
    <dgm:cxn modelId="{DA7E778D-717C-4D52-B066-226E0872E3C7}" type="presOf" srcId="{64E0BD8A-CE07-4DEE-96E6-2DEAB38E1B99}" destId="{DAB88AA6-0C19-472A-9C21-1F1CCD3FBF56}" srcOrd="1" destOrd="0" presId="urn:microsoft.com/office/officeart/2005/8/layout/chart3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FFDCF8B6-D00C-4275-ACF8-C30F6CB67B39}" srcId="{CCFFC167-186E-4EBB-B1DC-7C342342DAC9}" destId="{64E0BD8A-CE07-4DEE-96E6-2DEAB38E1B99}" srcOrd="1" destOrd="0" parTransId="{0A09C7E8-9F1C-4069-9361-04AA77E0518D}" sibTransId="{7E5E908C-BF0E-47A4-A909-920CE5BD9AE3}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2B70F6E1-33CA-42A6-A979-1993F7E198E9}" srcId="{CCFFC167-186E-4EBB-B1DC-7C342342DAC9}" destId="{86BD0A13-7E07-4DF2-88D8-8E073F95DEDB}" srcOrd="2" destOrd="0" parTransId="{1EFDC774-7DF5-45FD-9785-A22C203B59CC}" sibTransId="{B352AD98-8982-488A-8B2E-BC56239BF035}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79858299-2029-4AF3-8EB8-EAFAEA177BDA}" type="presParOf" srcId="{6677FE96-FCA3-443F-9855-42DB3F0A3A69}" destId="{95ED624A-34FE-463E-9A7D-E5734D59C1ED}" srcOrd="4" destOrd="0" presId="urn:microsoft.com/office/officeart/2005/8/layout/chart3"/>
    <dgm:cxn modelId="{C27ED789-C47C-43D0-8434-E3973FD3A849}" type="presParOf" srcId="{6677FE96-FCA3-443F-9855-42DB3F0A3A69}" destId="{B35D889B-1B71-4ADF-BF3B-C950C18B4E0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sz="2000" b="1" dirty="0"/>
            <a:t>Props</a:t>
          </a:r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86BD0A13-7E07-4DF2-88D8-8E073F95DEDB}">
      <dgm:prSet phldrT="[Text]" phldr="0" custT="1"/>
      <dgm:spPr/>
      <dgm:t>
        <a:bodyPr/>
        <a:lstStyle/>
        <a:p>
          <a:r>
            <a:rPr lang="en-US" sz="1200" b="1" dirty="0"/>
            <a:t>State</a:t>
          </a:r>
        </a:p>
      </dgm:t>
    </dgm:pt>
    <dgm:pt modelId="{1EFDC774-7DF5-45FD-9785-A22C203B59CC}" type="par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B352AD98-8982-488A-8B2E-BC56239BF035}" type="sib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64E0BD8A-CE07-4DEE-96E6-2DEAB38E1B99}">
      <dgm:prSet phldrT="[Text]" custT="1"/>
      <dgm:spPr/>
      <dgm:t>
        <a:bodyPr/>
        <a:lstStyle/>
        <a:p>
          <a:r>
            <a:rPr lang="en-US" altLang="zh-CN" sz="1200" b="1"/>
            <a:t>Components</a:t>
          </a:r>
          <a:endParaRPr lang="en-US" sz="1200" b="1" dirty="0"/>
        </a:p>
      </dgm:t>
    </dgm:pt>
    <dgm:pt modelId="{0A09C7E8-9F1C-4069-9361-04AA77E0518D}" type="parTrans" cxnId="{FFDCF8B6-D00C-4275-ACF8-C30F6CB67B39}">
      <dgm:prSet/>
      <dgm:spPr/>
      <dgm:t>
        <a:bodyPr/>
        <a:lstStyle/>
        <a:p>
          <a:endParaRPr lang="en-US"/>
        </a:p>
      </dgm:t>
    </dgm:pt>
    <dgm:pt modelId="{7E5E908C-BF0E-47A4-A909-920CE5BD9AE3}" type="sibTrans" cxnId="{FFDCF8B6-D00C-4275-ACF8-C30F6CB67B39}">
      <dgm:prSet/>
      <dgm:spPr/>
      <dgm:t>
        <a:bodyPr/>
        <a:lstStyle/>
        <a:p>
          <a:endParaRPr lang="en-US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5ED624A-34FE-463E-9A7D-E5734D59C1ED}" type="pres">
      <dgm:prSet presAssocID="{CCFFC167-186E-4EBB-B1DC-7C342342DAC9}" presName="wedge3" presStyleLbl="node1" presStyleIdx="2" presStyleCnt="3"/>
      <dgm:spPr/>
    </dgm:pt>
    <dgm:pt modelId="{B35D889B-1B71-4ADF-BF3B-C950C18B4E0E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6535519-B9E2-4D70-A776-D33BF9071A55}" type="presOf" srcId="{64E0BD8A-CE07-4DEE-96E6-2DEAB38E1B99}" destId="{E38BEA43-6901-44EC-A624-A428C4B10F43}" srcOrd="0" destOrd="0" presId="urn:microsoft.com/office/officeart/2005/8/layout/chart3"/>
    <dgm:cxn modelId="{1D9A2F1A-09B9-44E2-A67A-4E5CE02A4AEB}" type="presOf" srcId="{86BD0A13-7E07-4DF2-88D8-8E073F95DEDB}" destId="{95ED624A-34FE-463E-9A7D-E5734D59C1ED}" srcOrd="0" destOrd="0" presId="urn:microsoft.com/office/officeart/2005/8/layout/chart3"/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A1714D6E-6469-487E-A2B5-5C0B7CD6E29A}" type="presOf" srcId="{86BD0A13-7E07-4DF2-88D8-8E073F95DEDB}" destId="{B35D889B-1B71-4ADF-BF3B-C950C18B4E0E}" srcOrd="1" destOrd="0" presId="urn:microsoft.com/office/officeart/2005/8/layout/chart3"/>
    <dgm:cxn modelId="{DA7E778D-717C-4D52-B066-226E0872E3C7}" type="presOf" srcId="{64E0BD8A-CE07-4DEE-96E6-2DEAB38E1B99}" destId="{DAB88AA6-0C19-472A-9C21-1F1CCD3FBF56}" srcOrd="1" destOrd="0" presId="urn:microsoft.com/office/officeart/2005/8/layout/chart3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FFDCF8B6-D00C-4275-ACF8-C30F6CB67B39}" srcId="{CCFFC167-186E-4EBB-B1DC-7C342342DAC9}" destId="{64E0BD8A-CE07-4DEE-96E6-2DEAB38E1B99}" srcOrd="1" destOrd="0" parTransId="{0A09C7E8-9F1C-4069-9361-04AA77E0518D}" sibTransId="{7E5E908C-BF0E-47A4-A909-920CE5BD9AE3}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2B70F6E1-33CA-42A6-A979-1993F7E198E9}" srcId="{CCFFC167-186E-4EBB-B1DC-7C342342DAC9}" destId="{86BD0A13-7E07-4DF2-88D8-8E073F95DEDB}" srcOrd="2" destOrd="0" parTransId="{1EFDC774-7DF5-45FD-9785-A22C203B59CC}" sibTransId="{B352AD98-8982-488A-8B2E-BC56239BF035}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79858299-2029-4AF3-8EB8-EAFAEA177BDA}" type="presParOf" srcId="{6677FE96-FCA3-443F-9855-42DB3F0A3A69}" destId="{95ED624A-34FE-463E-9A7D-E5734D59C1ED}" srcOrd="4" destOrd="0" presId="urn:microsoft.com/office/officeart/2005/8/layout/chart3"/>
    <dgm:cxn modelId="{C27ED789-C47C-43D0-8434-E3973FD3A849}" type="presParOf" srcId="{6677FE96-FCA3-443F-9855-42DB3F0A3A69}" destId="{B35D889B-1B71-4ADF-BF3B-C950C18B4E0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sz="2000" b="1" dirty="0"/>
            <a:t>Props</a:t>
          </a:r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86BD0A13-7E07-4DF2-88D8-8E073F95DEDB}">
      <dgm:prSet phldrT="[Text]" phldr="0" custT="1"/>
      <dgm:spPr/>
      <dgm:t>
        <a:bodyPr/>
        <a:lstStyle/>
        <a:p>
          <a:r>
            <a:rPr lang="en-US" sz="1200" b="1" dirty="0"/>
            <a:t>State</a:t>
          </a:r>
        </a:p>
      </dgm:t>
    </dgm:pt>
    <dgm:pt modelId="{1EFDC774-7DF5-45FD-9785-A22C203B59CC}" type="par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B352AD98-8982-488A-8B2E-BC56239BF035}" type="sibTrans" cxnId="{2B70F6E1-33CA-42A6-A979-1993F7E198E9}">
      <dgm:prSet/>
      <dgm:spPr/>
      <dgm:t>
        <a:bodyPr/>
        <a:lstStyle/>
        <a:p>
          <a:endParaRPr lang="en-US" sz="1200" b="1"/>
        </a:p>
      </dgm:t>
    </dgm:pt>
    <dgm:pt modelId="{64E0BD8A-CE07-4DEE-96E6-2DEAB38E1B99}">
      <dgm:prSet phldrT="[Text]" custT="1"/>
      <dgm:spPr/>
      <dgm:t>
        <a:bodyPr/>
        <a:lstStyle/>
        <a:p>
          <a:r>
            <a:rPr lang="en-US" altLang="zh-CN" sz="1200" b="1"/>
            <a:t>Components</a:t>
          </a:r>
          <a:endParaRPr lang="en-US" sz="1200" b="1" dirty="0"/>
        </a:p>
      </dgm:t>
    </dgm:pt>
    <dgm:pt modelId="{0A09C7E8-9F1C-4069-9361-04AA77E0518D}" type="parTrans" cxnId="{FFDCF8B6-D00C-4275-ACF8-C30F6CB67B39}">
      <dgm:prSet/>
      <dgm:spPr/>
      <dgm:t>
        <a:bodyPr/>
        <a:lstStyle/>
        <a:p>
          <a:endParaRPr lang="en-US"/>
        </a:p>
      </dgm:t>
    </dgm:pt>
    <dgm:pt modelId="{7E5E908C-BF0E-47A4-A909-920CE5BD9AE3}" type="sibTrans" cxnId="{FFDCF8B6-D00C-4275-ACF8-C30F6CB67B39}">
      <dgm:prSet/>
      <dgm:spPr/>
      <dgm:t>
        <a:bodyPr/>
        <a:lstStyle/>
        <a:p>
          <a:endParaRPr lang="en-US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5ED624A-34FE-463E-9A7D-E5734D59C1ED}" type="pres">
      <dgm:prSet presAssocID="{CCFFC167-186E-4EBB-B1DC-7C342342DAC9}" presName="wedge3" presStyleLbl="node1" presStyleIdx="2" presStyleCnt="3"/>
      <dgm:spPr/>
    </dgm:pt>
    <dgm:pt modelId="{B35D889B-1B71-4ADF-BF3B-C950C18B4E0E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6535519-B9E2-4D70-A776-D33BF9071A55}" type="presOf" srcId="{64E0BD8A-CE07-4DEE-96E6-2DEAB38E1B99}" destId="{E38BEA43-6901-44EC-A624-A428C4B10F43}" srcOrd="0" destOrd="0" presId="urn:microsoft.com/office/officeart/2005/8/layout/chart3"/>
    <dgm:cxn modelId="{1D9A2F1A-09B9-44E2-A67A-4E5CE02A4AEB}" type="presOf" srcId="{86BD0A13-7E07-4DF2-88D8-8E073F95DEDB}" destId="{95ED624A-34FE-463E-9A7D-E5734D59C1ED}" srcOrd="0" destOrd="0" presId="urn:microsoft.com/office/officeart/2005/8/layout/chart3"/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A1714D6E-6469-487E-A2B5-5C0B7CD6E29A}" type="presOf" srcId="{86BD0A13-7E07-4DF2-88D8-8E073F95DEDB}" destId="{B35D889B-1B71-4ADF-BF3B-C950C18B4E0E}" srcOrd="1" destOrd="0" presId="urn:microsoft.com/office/officeart/2005/8/layout/chart3"/>
    <dgm:cxn modelId="{DA7E778D-717C-4D52-B066-226E0872E3C7}" type="presOf" srcId="{64E0BD8A-CE07-4DEE-96E6-2DEAB38E1B99}" destId="{DAB88AA6-0C19-472A-9C21-1F1CCD3FBF56}" srcOrd="1" destOrd="0" presId="urn:microsoft.com/office/officeart/2005/8/layout/chart3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FFDCF8B6-D00C-4275-ACF8-C30F6CB67B39}" srcId="{CCFFC167-186E-4EBB-B1DC-7C342342DAC9}" destId="{64E0BD8A-CE07-4DEE-96E6-2DEAB38E1B99}" srcOrd="1" destOrd="0" parTransId="{0A09C7E8-9F1C-4069-9361-04AA77E0518D}" sibTransId="{7E5E908C-BF0E-47A4-A909-920CE5BD9AE3}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2B70F6E1-33CA-42A6-A979-1993F7E198E9}" srcId="{CCFFC167-186E-4EBB-B1DC-7C342342DAC9}" destId="{86BD0A13-7E07-4DF2-88D8-8E073F95DEDB}" srcOrd="2" destOrd="0" parTransId="{1EFDC774-7DF5-45FD-9785-A22C203B59CC}" sibTransId="{B352AD98-8982-488A-8B2E-BC56239BF035}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79858299-2029-4AF3-8EB8-EAFAEA177BDA}" type="presParOf" srcId="{6677FE96-FCA3-443F-9855-42DB3F0A3A69}" destId="{95ED624A-34FE-463E-9A7D-E5734D59C1ED}" srcOrd="4" destOrd="0" presId="urn:microsoft.com/office/officeart/2005/8/layout/chart3"/>
    <dgm:cxn modelId="{C27ED789-C47C-43D0-8434-E3973FD3A849}" type="presParOf" srcId="{6677FE96-FCA3-443F-9855-42DB3F0A3A69}" destId="{B35D889B-1B71-4ADF-BF3B-C950C18B4E0E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sz="2400" b="1" dirty="0"/>
            <a:t>State</a:t>
          </a:r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64E0BD8A-CE07-4DEE-96E6-2DEAB38E1B99}">
      <dgm:prSet phldrT="[Text]" custT="1"/>
      <dgm:spPr/>
      <dgm:t>
        <a:bodyPr/>
        <a:lstStyle/>
        <a:p>
          <a:r>
            <a:rPr lang="en-US" altLang="zh-CN" sz="900" b="1" dirty="0"/>
            <a:t>Components</a:t>
          </a:r>
          <a:endParaRPr lang="en-US" sz="900" b="1" dirty="0"/>
        </a:p>
      </dgm:t>
    </dgm:pt>
    <dgm:pt modelId="{0A09C7E8-9F1C-4069-9361-04AA77E0518D}" type="parTrans" cxnId="{FFDCF8B6-D00C-4275-ACF8-C30F6CB67B39}">
      <dgm:prSet/>
      <dgm:spPr/>
      <dgm:t>
        <a:bodyPr/>
        <a:lstStyle/>
        <a:p>
          <a:endParaRPr lang="en-US"/>
        </a:p>
      </dgm:t>
    </dgm:pt>
    <dgm:pt modelId="{7E5E908C-BF0E-47A4-A909-920CE5BD9AE3}" type="sibTrans" cxnId="{FFDCF8B6-D00C-4275-ACF8-C30F6CB67B39}">
      <dgm:prSet/>
      <dgm:spPr/>
      <dgm:t>
        <a:bodyPr/>
        <a:lstStyle/>
        <a:p>
          <a:endParaRPr lang="en-US"/>
        </a:p>
      </dgm:t>
    </dgm:pt>
    <dgm:pt modelId="{34C3400E-F26B-4390-8192-9DBC0788EE2A}">
      <dgm:prSet phldrT="[Text]" custT="1"/>
      <dgm:spPr/>
      <dgm:t>
        <a:bodyPr/>
        <a:lstStyle/>
        <a:p>
          <a:r>
            <a:rPr lang="en-US" sz="1600" b="1" dirty="0"/>
            <a:t>Props</a:t>
          </a:r>
          <a:endParaRPr lang="en-US" sz="2000" b="1" dirty="0"/>
        </a:p>
      </dgm:t>
    </dgm:pt>
    <dgm:pt modelId="{0FD3D59F-10C8-45F3-BBC3-E107EB7DE048}" type="parTrans" cxnId="{C9F45266-92C0-4374-A336-80FF0AE46A94}">
      <dgm:prSet/>
      <dgm:spPr/>
      <dgm:t>
        <a:bodyPr/>
        <a:lstStyle/>
        <a:p>
          <a:endParaRPr lang="en-US"/>
        </a:p>
      </dgm:t>
    </dgm:pt>
    <dgm:pt modelId="{81983DED-75F9-4013-9AC8-1DC5234FD360}" type="sibTrans" cxnId="{C9F45266-92C0-4374-A336-80FF0AE46A94}">
      <dgm:prSet/>
      <dgm:spPr/>
      <dgm:t>
        <a:bodyPr/>
        <a:lstStyle/>
        <a:p>
          <a:endParaRPr lang="en-US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5E789F6-D633-4BE2-AD34-3426A571AAD5}" type="pres">
      <dgm:prSet presAssocID="{CCFFC167-186E-4EBB-B1DC-7C342342DAC9}" presName="wedge3" presStyleLbl="node1" presStyleIdx="2" presStyleCnt="3"/>
      <dgm:spPr/>
    </dgm:pt>
    <dgm:pt modelId="{38730307-46C4-4DF6-8ED9-0376DB73AF72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12E09040-A181-4670-89CF-A8773A84BA95}" type="presOf" srcId="{34C3400E-F26B-4390-8192-9DBC0788EE2A}" destId="{DAB88AA6-0C19-472A-9C21-1F1CCD3FBF56}" srcOrd="1" destOrd="0" presId="urn:microsoft.com/office/officeart/2005/8/layout/chart3"/>
    <dgm:cxn modelId="{59058360-B2C6-4364-8D90-1379B3AC71F3}" type="presOf" srcId="{64E0BD8A-CE07-4DEE-96E6-2DEAB38E1B99}" destId="{95E789F6-D633-4BE2-AD34-3426A571AAD5}" srcOrd="0" destOrd="0" presId="urn:microsoft.com/office/officeart/2005/8/layout/chart3"/>
    <dgm:cxn modelId="{C9F45266-92C0-4374-A336-80FF0AE46A94}" srcId="{CCFFC167-186E-4EBB-B1DC-7C342342DAC9}" destId="{34C3400E-F26B-4390-8192-9DBC0788EE2A}" srcOrd="1" destOrd="0" parTransId="{0FD3D59F-10C8-45F3-BBC3-E107EB7DE048}" sibTransId="{81983DED-75F9-4013-9AC8-1DC5234FD360}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FFDCF8B6-D00C-4275-ACF8-C30F6CB67B39}" srcId="{CCFFC167-186E-4EBB-B1DC-7C342342DAC9}" destId="{64E0BD8A-CE07-4DEE-96E6-2DEAB38E1B99}" srcOrd="2" destOrd="0" parTransId="{0A09C7E8-9F1C-4069-9361-04AA77E0518D}" sibTransId="{7E5E908C-BF0E-47A4-A909-920CE5BD9AE3}"/>
    <dgm:cxn modelId="{363EC5C2-3680-440A-9591-D43720A6AF3D}" type="presOf" srcId="{34C3400E-F26B-4390-8192-9DBC0788EE2A}" destId="{E38BEA43-6901-44EC-A624-A428C4B10F43}" srcOrd="0" destOrd="0" presId="urn:microsoft.com/office/officeart/2005/8/layout/chart3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FBCE3FED-4871-4308-B3A6-33B6A7572B77}" type="presOf" srcId="{64E0BD8A-CE07-4DEE-96E6-2DEAB38E1B99}" destId="{38730307-46C4-4DF6-8ED9-0376DB73AF72}" srcOrd="1" destOrd="0" presId="urn:microsoft.com/office/officeart/2005/8/layout/chart3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57C7CBE9-B6A5-455D-B521-95ACD5BE5F3A}" type="presParOf" srcId="{6677FE96-FCA3-443F-9855-42DB3F0A3A69}" destId="{95E789F6-D633-4BE2-AD34-3426A571AAD5}" srcOrd="4" destOrd="0" presId="urn:microsoft.com/office/officeart/2005/8/layout/chart3"/>
    <dgm:cxn modelId="{258ED3E8-C4C7-431D-821A-4E2A4093C5AD}" type="presParOf" srcId="{6677FE96-FCA3-443F-9855-42DB3F0A3A69}" destId="{38730307-46C4-4DF6-8ED9-0376DB73AF72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FFC167-186E-4EBB-B1DC-7C342342DAC9}" type="doc">
      <dgm:prSet loTypeId="urn:microsoft.com/office/officeart/2005/8/layout/chart3" loCatId="cycle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B7CD5A8-C825-410E-9089-07DA496D4277}">
      <dgm:prSet phldrT="[Text]" custT="1"/>
      <dgm:spPr/>
      <dgm:t>
        <a:bodyPr/>
        <a:lstStyle/>
        <a:p>
          <a:r>
            <a:rPr lang="en-US" sz="2400" b="1"/>
            <a:t>State</a:t>
          </a:r>
          <a:endParaRPr lang="en-US" sz="2400" b="1" dirty="0"/>
        </a:p>
      </dgm:t>
    </dgm:pt>
    <dgm:pt modelId="{B4727966-4152-4338-85E4-E8C0499EC9CD}" type="par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B9BDC118-A140-4066-BA44-FCD054B10920}" type="sibTrans" cxnId="{0989BD3D-A903-4B79-982B-928F1C1648D9}">
      <dgm:prSet/>
      <dgm:spPr/>
      <dgm:t>
        <a:bodyPr/>
        <a:lstStyle/>
        <a:p>
          <a:endParaRPr lang="en-US" sz="1200" b="1"/>
        </a:p>
      </dgm:t>
    </dgm:pt>
    <dgm:pt modelId="{64E0BD8A-CE07-4DEE-96E6-2DEAB38E1B99}">
      <dgm:prSet phldrT="[Text]" custT="1"/>
      <dgm:spPr/>
      <dgm:t>
        <a:bodyPr/>
        <a:lstStyle/>
        <a:p>
          <a:r>
            <a:rPr lang="en-US" altLang="zh-CN" sz="900" b="1" dirty="0"/>
            <a:t>Components</a:t>
          </a:r>
          <a:endParaRPr lang="en-US" sz="900" b="1" dirty="0"/>
        </a:p>
      </dgm:t>
    </dgm:pt>
    <dgm:pt modelId="{0A09C7E8-9F1C-4069-9361-04AA77E0518D}" type="parTrans" cxnId="{FFDCF8B6-D00C-4275-ACF8-C30F6CB67B39}">
      <dgm:prSet/>
      <dgm:spPr/>
      <dgm:t>
        <a:bodyPr/>
        <a:lstStyle/>
        <a:p>
          <a:endParaRPr lang="en-US"/>
        </a:p>
      </dgm:t>
    </dgm:pt>
    <dgm:pt modelId="{7E5E908C-BF0E-47A4-A909-920CE5BD9AE3}" type="sibTrans" cxnId="{FFDCF8B6-D00C-4275-ACF8-C30F6CB67B39}">
      <dgm:prSet/>
      <dgm:spPr/>
      <dgm:t>
        <a:bodyPr/>
        <a:lstStyle/>
        <a:p>
          <a:endParaRPr lang="en-US"/>
        </a:p>
      </dgm:t>
    </dgm:pt>
    <dgm:pt modelId="{34C3400E-F26B-4390-8192-9DBC0788EE2A}">
      <dgm:prSet phldrT="[Text]" custT="1"/>
      <dgm:spPr/>
      <dgm:t>
        <a:bodyPr/>
        <a:lstStyle/>
        <a:p>
          <a:r>
            <a:rPr lang="en-US" sz="1600" b="1" dirty="0"/>
            <a:t>Props</a:t>
          </a:r>
          <a:endParaRPr lang="en-US" sz="2000" b="1" dirty="0"/>
        </a:p>
      </dgm:t>
    </dgm:pt>
    <dgm:pt modelId="{0FD3D59F-10C8-45F3-BBC3-E107EB7DE048}" type="parTrans" cxnId="{C9F45266-92C0-4374-A336-80FF0AE46A94}">
      <dgm:prSet/>
      <dgm:spPr/>
      <dgm:t>
        <a:bodyPr/>
        <a:lstStyle/>
        <a:p>
          <a:endParaRPr lang="en-US"/>
        </a:p>
      </dgm:t>
    </dgm:pt>
    <dgm:pt modelId="{81983DED-75F9-4013-9AC8-1DC5234FD360}" type="sibTrans" cxnId="{C9F45266-92C0-4374-A336-80FF0AE46A94}">
      <dgm:prSet/>
      <dgm:spPr/>
      <dgm:t>
        <a:bodyPr/>
        <a:lstStyle/>
        <a:p>
          <a:endParaRPr lang="en-US"/>
        </a:p>
      </dgm:t>
    </dgm:pt>
    <dgm:pt modelId="{6677FE96-FCA3-443F-9855-42DB3F0A3A69}" type="pres">
      <dgm:prSet presAssocID="{CCFFC167-186E-4EBB-B1DC-7C342342DAC9}" presName="compositeShape" presStyleCnt="0">
        <dgm:presLayoutVars>
          <dgm:chMax val="7"/>
          <dgm:dir/>
          <dgm:resizeHandles val="exact"/>
        </dgm:presLayoutVars>
      </dgm:prSet>
      <dgm:spPr/>
    </dgm:pt>
    <dgm:pt modelId="{F6764BA0-4A3A-4CFA-A276-4E1170A66073}" type="pres">
      <dgm:prSet presAssocID="{CCFFC167-186E-4EBB-B1DC-7C342342DAC9}" presName="wedge1" presStyleLbl="node1" presStyleIdx="0" presStyleCnt="3"/>
      <dgm:spPr/>
    </dgm:pt>
    <dgm:pt modelId="{40C1B324-E246-489E-96EC-F7AA342EA97E}" type="pres">
      <dgm:prSet presAssocID="{CCFFC167-186E-4EBB-B1DC-7C342342DAC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38BEA43-6901-44EC-A624-A428C4B10F43}" type="pres">
      <dgm:prSet presAssocID="{CCFFC167-186E-4EBB-B1DC-7C342342DAC9}" presName="wedge2" presStyleLbl="node1" presStyleIdx="1" presStyleCnt="3"/>
      <dgm:spPr/>
    </dgm:pt>
    <dgm:pt modelId="{DAB88AA6-0C19-472A-9C21-1F1CCD3FBF56}" type="pres">
      <dgm:prSet presAssocID="{CCFFC167-186E-4EBB-B1DC-7C342342DAC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5E789F6-D633-4BE2-AD34-3426A571AAD5}" type="pres">
      <dgm:prSet presAssocID="{CCFFC167-186E-4EBB-B1DC-7C342342DAC9}" presName="wedge3" presStyleLbl="node1" presStyleIdx="2" presStyleCnt="3"/>
      <dgm:spPr/>
    </dgm:pt>
    <dgm:pt modelId="{38730307-46C4-4DF6-8ED9-0376DB73AF72}" type="pres">
      <dgm:prSet presAssocID="{CCFFC167-186E-4EBB-B1DC-7C342342DAC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989BD3D-A903-4B79-982B-928F1C1648D9}" srcId="{CCFFC167-186E-4EBB-B1DC-7C342342DAC9}" destId="{FB7CD5A8-C825-410E-9089-07DA496D4277}" srcOrd="0" destOrd="0" parTransId="{B4727966-4152-4338-85E4-E8C0499EC9CD}" sibTransId="{B9BDC118-A140-4066-BA44-FCD054B10920}"/>
    <dgm:cxn modelId="{12E09040-A181-4670-89CF-A8773A84BA95}" type="presOf" srcId="{34C3400E-F26B-4390-8192-9DBC0788EE2A}" destId="{DAB88AA6-0C19-472A-9C21-1F1CCD3FBF56}" srcOrd="1" destOrd="0" presId="urn:microsoft.com/office/officeart/2005/8/layout/chart3"/>
    <dgm:cxn modelId="{59058360-B2C6-4364-8D90-1379B3AC71F3}" type="presOf" srcId="{64E0BD8A-CE07-4DEE-96E6-2DEAB38E1B99}" destId="{95E789F6-D633-4BE2-AD34-3426A571AAD5}" srcOrd="0" destOrd="0" presId="urn:microsoft.com/office/officeart/2005/8/layout/chart3"/>
    <dgm:cxn modelId="{C9F45266-92C0-4374-A336-80FF0AE46A94}" srcId="{CCFFC167-186E-4EBB-B1DC-7C342342DAC9}" destId="{34C3400E-F26B-4390-8192-9DBC0788EE2A}" srcOrd="1" destOrd="0" parTransId="{0FD3D59F-10C8-45F3-BBC3-E107EB7DE048}" sibTransId="{81983DED-75F9-4013-9AC8-1DC5234FD360}"/>
    <dgm:cxn modelId="{5AB8A499-B43C-43FA-860B-F8222E9C554D}" type="presOf" srcId="{CCFFC167-186E-4EBB-B1DC-7C342342DAC9}" destId="{6677FE96-FCA3-443F-9855-42DB3F0A3A69}" srcOrd="0" destOrd="0" presId="urn:microsoft.com/office/officeart/2005/8/layout/chart3"/>
    <dgm:cxn modelId="{FFDCF8B6-D00C-4275-ACF8-C30F6CB67B39}" srcId="{CCFFC167-186E-4EBB-B1DC-7C342342DAC9}" destId="{64E0BD8A-CE07-4DEE-96E6-2DEAB38E1B99}" srcOrd="2" destOrd="0" parTransId="{0A09C7E8-9F1C-4069-9361-04AA77E0518D}" sibTransId="{7E5E908C-BF0E-47A4-A909-920CE5BD9AE3}"/>
    <dgm:cxn modelId="{363EC5C2-3680-440A-9591-D43720A6AF3D}" type="presOf" srcId="{34C3400E-F26B-4390-8192-9DBC0788EE2A}" destId="{E38BEA43-6901-44EC-A624-A428C4B10F43}" srcOrd="0" destOrd="0" presId="urn:microsoft.com/office/officeart/2005/8/layout/chart3"/>
    <dgm:cxn modelId="{13D042D1-FEC1-4D7B-A584-E5F83102CFCC}" type="presOf" srcId="{FB7CD5A8-C825-410E-9089-07DA496D4277}" destId="{40C1B324-E246-489E-96EC-F7AA342EA97E}" srcOrd="1" destOrd="0" presId="urn:microsoft.com/office/officeart/2005/8/layout/chart3"/>
    <dgm:cxn modelId="{FBCE3FED-4871-4308-B3A6-33B6A7572B77}" type="presOf" srcId="{64E0BD8A-CE07-4DEE-96E6-2DEAB38E1B99}" destId="{38730307-46C4-4DF6-8ED9-0376DB73AF72}" srcOrd="1" destOrd="0" presId="urn:microsoft.com/office/officeart/2005/8/layout/chart3"/>
    <dgm:cxn modelId="{450E25F4-7872-4944-82E8-E16C13FA2E93}" type="presOf" srcId="{FB7CD5A8-C825-410E-9089-07DA496D4277}" destId="{F6764BA0-4A3A-4CFA-A276-4E1170A66073}" srcOrd="0" destOrd="0" presId="urn:microsoft.com/office/officeart/2005/8/layout/chart3"/>
    <dgm:cxn modelId="{E76D188F-21A4-42E0-B68C-421CE47DE403}" type="presParOf" srcId="{6677FE96-FCA3-443F-9855-42DB3F0A3A69}" destId="{F6764BA0-4A3A-4CFA-A276-4E1170A66073}" srcOrd="0" destOrd="0" presId="urn:microsoft.com/office/officeart/2005/8/layout/chart3"/>
    <dgm:cxn modelId="{0454F2D6-D632-4369-A336-664611FEF02A}" type="presParOf" srcId="{6677FE96-FCA3-443F-9855-42DB3F0A3A69}" destId="{40C1B324-E246-489E-96EC-F7AA342EA97E}" srcOrd="1" destOrd="0" presId="urn:microsoft.com/office/officeart/2005/8/layout/chart3"/>
    <dgm:cxn modelId="{6226714A-68A0-43B3-8A62-C3309F348DB9}" type="presParOf" srcId="{6677FE96-FCA3-443F-9855-42DB3F0A3A69}" destId="{E38BEA43-6901-44EC-A624-A428C4B10F43}" srcOrd="2" destOrd="0" presId="urn:microsoft.com/office/officeart/2005/8/layout/chart3"/>
    <dgm:cxn modelId="{D9719094-3822-48F0-A685-8D2D3170D4F4}" type="presParOf" srcId="{6677FE96-FCA3-443F-9855-42DB3F0A3A69}" destId="{DAB88AA6-0C19-472A-9C21-1F1CCD3FBF56}" srcOrd="3" destOrd="0" presId="urn:microsoft.com/office/officeart/2005/8/layout/chart3"/>
    <dgm:cxn modelId="{57C7CBE9-B6A5-455D-B521-95ACD5BE5F3A}" type="presParOf" srcId="{6677FE96-FCA3-443F-9855-42DB3F0A3A69}" destId="{95E789F6-D633-4BE2-AD34-3426A571AAD5}" srcOrd="4" destOrd="0" presId="urn:microsoft.com/office/officeart/2005/8/layout/chart3"/>
    <dgm:cxn modelId="{258ED3E8-C4C7-431D-821A-4E2A4093C5AD}" type="presParOf" srcId="{6677FE96-FCA3-443F-9855-42DB3F0A3A69}" destId="{38730307-46C4-4DF6-8ED9-0376DB73AF72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BAF38FA-668C-42FF-833B-8125D0660C5A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F2DEB5-04B2-43B0-AE1F-484092092F8C}">
      <dgm:prSet phldrT="[Text]" phldr="0"/>
      <dgm:spPr/>
      <dgm:t>
        <a:bodyPr/>
        <a:lstStyle/>
        <a:p>
          <a:endParaRPr lang="en-US"/>
        </a:p>
      </dgm:t>
    </dgm:pt>
    <dgm:pt modelId="{086CFFA7-5016-4BB1-BF31-ADB78F91B03E}" type="parTrans" cxnId="{CFE9B22D-431F-42D5-A9DD-A34070B50E6D}">
      <dgm:prSet/>
      <dgm:spPr/>
      <dgm:t>
        <a:bodyPr/>
        <a:lstStyle/>
        <a:p>
          <a:endParaRPr lang="en-US"/>
        </a:p>
      </dgm:t>
    </dgm:pt>
    <dgm:pt modelId="{98B402DD-A062-43D3-B135-4A9AE401840E}" type="sibTrans" cxnId="{CFE9B22D-431F-42D5-A9DD-A34070B50E6D}">
      <dgm:prSet/>
      <dgm:spPr/>
      <dgm:t>
        <a:bodyPr/>
        <a:lstStyle/>
        <a:p>
          <a:endParaRPr lang="en-US"/>
        </a:p>
      </dgm:t>
    </dgm:pt>
    <dgm:pt modelId="{3F8A6D25-EC33-4E79-9F36-36771A974919}">
      <dgm:prSet phldrT="[Text]" phldr="0"/>
      <dgm:spPr>
        <a:solidFill>
          <a:schemeClr val="tx1">
            <a:lumMod val="95000"/>
          </a:schemeClr>
        </a:solidFill>
      </dgm:spPr>
      <dgm:t>
        <a:bodyPr/>
        <a:lstStyle/>
        <a:p>
          <a:endParaRPr lang="en-US" dirty="0"/>
        </a:p>
      </dgm:t>
    </dgm:pt>
    <dgm:pt modelId="{2214299D-707F-429C-A23D-9EE2F39CF74A}" type="parTrans" cxnId="{0C42CAF2-971C-4068-B645-A373CE11E869}">
      <dgm:prSet/>
      <dgm:spPr/>
      <dgm:t>
        <a:bodyPr/>
        <a:lstStyle/>
        <a:p>
          <a:endParaRPr lang="en-US"/>
        </a:p>
      </dgm:t>
    </dgm:pt>
    <dgm:pt modelId="{F5C31149-F876-40A6-9FD4-9FC1A73D7103}" type="sibTrans" cxnId="{0C42CAF2-971C-4068-B645-A373CE11E869}">
      <dgm:prSet/>
      <dgm:spPr/>
      <dgm:t>
        <a:bodyPr/>
        <a:lstStyle/>
        <a:p>
          <a:endParaRPr lang="en-US"/>
        </a:p>
      </dgm:t>
    </dgm:pt>
    <dgm:pt modelId="{2A8D39A9-50C8-4D4F-B033-79DECE006E66}">
      <dgm:prSet phldrT="[Text]" phldr="0"/>
      <dgm:spPr>
        <a:solidFill>
          <a:schemeClr val="tx1">
            <a:lumMod val="95000"/>
          </a:schemeClr>
        </a:solidFill>
      </dgm:spPr>
      <dgm:t>
        <a:bodyPr/>
        <a:lstStyle/>
        <a:p>
          <a:endParaRPr lang="en-US" dirty="0"/>
        </a:p>
      </dgm:t>
    </dgm:pt>
    <dgm:pt modelId="{315C08A7-84C9-4B75-B41E-C170BAF53261}" type="parTrans" cxnId="{2667F885-9801-44B0-94AB-28C9292F3E74}">
      <dgm:prSet/>
      <dgm:spPr/>
      <dgm:t>
        <a:bodyPr/>
        <a:lstStyle/>
        <a:p>
          <a:endParaRPr lang="en-US"/>
        </a:p>
      </dgm:t>
    </dgm:pt>
    <dgm:pt modelId="{55984B9E-0D3F-4FAD-8385-14CE83ECD63D}" type="sibTrans" cxnId="{2667F885-9801-44B0-94AB-28C9292F3E74}">
      <dgm:prSet/>
      <dgm:spPr/>
      <dgm:t>
        <a:bodyPr/>
        <a:lstStyle/>
        <a:p>
          <a:endParaRPr lang="en-US"/>
        </a:p>
      </dgm:t>
    </dgm:pt>
    <dgm:pt modelId="{6D71B52B-3920-4F69-82CF-D2F6B276680D}">
      <dgm:prSet phldrT="[Text]" phldr="0"/>
      <dgm:spPr>
        <a:solidFill>
          <a:schemeClr val="tx1">
            <a:lumMod val="95000"/>
          </a:schemeClr>
        </a:solidFill>
      </dgm:spPr>
      <dgm:t>
        <a:bodyPr/>
        <a:lstStyle/>
        <a:p>
          <a:endParaRPr lang="en-US" dirty="0"/>
        </a:p>
      </dgm:t>
    </dgm:pt>
    <dgm:pt modelId="{D523D338-016A-4C79-9BD8-F4C65FDC3E4A}" type="parTrans" cxnId="{92E5502B-D54D-4966-9E24-506A6D560BD2}">
      <dgm:prSet/>
      <dgm:spPr/>
      <dgm:t>
        <a:bodyPr/>
        <a:lstStyle/>
        <a:p>
          <a:endParaRPr lang="en-US"/>
        </a:p>
      </dgm:t>
    </dgm:pt>
    <dgm:pt modelId="{CD4D0C60-FE61-48F8-A8F6-566EF2190D5C}" type="sibTrans" cxnId="{92E5502B-D54D-4966-9E24-506A6D560BD2}">
      <dgm:prSet/>
      <dgm:spPr/>
      <dgm:t>
        <a:bodyPr/>
        <a:lstStyle/>
        <a:p>
          <a:endParaRPr lang="en-US"/>
        </a:p>
      </dgm:t>
    </dgm:pt>
    <dgm:pt modelId="{CDD65885-70A5-408A-AD16-60B5296FD84F}" type="pres">
      <dgm:prSet presAssocID="{1BAF38FA-668C-42FF-833B-8125D0660C5A}" presName="Name0" presStyleCnt="0">
        <dgm:presLayoutVars>
          <dgm:dir/>
          <dgm:resizeHandles val="exact"/>
        </dgm:presLayoutVars>
      </dgm:prSet>
      <dgm:spPr/>
    </dgm:pt>
    <dgm:pt modelId="{3B3B9CF9-ACCC-4AAF-B159-A5ECCE9F91FA}" type="pres">
      <dgm:prSet presAssocID="{02F2DEB5-04B2-43B0-AE1F-484092092F8C}" presName="parTxOnly" presStyleLbl="node1" presStyleIdx="0" presStyleCnt="4">
        <dgm:presLayoutVars>
          <dgm:bulletEnabled val="1"/>
        </dgm:presLayoutVars>
      </dgm:prSet>
      <dgm:spPr/>
    </dgm:pt>
    <dgm:pt modelId="{5EA737B2-FAEA-4E29-B7AB-D4AF56C6722A}" type="pres">
      <dgm:prSet presAssocID="{98B402DD-A062-43D3-B135-4A9AE401840E}" presName="parSpace" presStyleCnt="0"/>
      <dgm:spPr/>
    </dgm:pt>
    <dgm:pt modelId="{927287C2-A3D7-40DA-9CC5-879018D16C6C}" type="pres">
      <dgm:prSet presAssocID="{3F8A6D25-EC33-4E79-9F36-36771A974919}" presName="parTxOnly" presStyleLbl="node1" presStyleIdx="1" presStyleCnt="4">
        <dgm:presLayoutVars>
          <dgm:bulletEnabled val="1"/>
        </dgm:presLayoutVars>
      </dgm:prSet>
      <dgm:spPr/>
    </dgm:pt>
    <dgm:pt modelId="{D7399875-5945-4082-A56B-0967B2FF1CAA}" type="pres">
      <dgm:prSet presAssocID="{F5C31149-F876-40A6-9FD4-9FC1A73D7103}" presName="parSpace" presStyleCnt="0"/>
      <dgm:spPr/>
    </dgm:pt>
    <dgm:pt modelId="{0FFC9F85-D342-4563-A0C2-89C6B83FD375}" type="pres">
      <dgm:prSet presAssocID="{2A8D39A9-50C8-4D4F-B033-79DECE006E66}" presName="parTxOnly" presStyleLbl="node1" presStyleIdx="2" presStyleCnt="4">
        <dgm:presLayoutVars>
          <dgm:bulletEnabled val="1"/>
        </dgm:presLayoutVars>
      </dgm:prSet>
      <dgm:spPr/>
    </dgm:pt>
    <dgm:pt modelId="{00AD2CC1-E211-4CFF-A9B2-67FC64D14459}" type="pres">
      <dgm:prSet presAssocID="{55984B9E-0D3F-4FAD-8385-14CE83ECD63D}" presName="parSpace" presStyleCnt="0"/>
      <dgm:spPr/>
    </dgm:pt>
    <dgm:pt modelId="{903FC15E-8A12-4ACF-90BF-441209C11D87}" type="pres">
      <dgm:prSet presAssocID="{6D71B52B-3920-4F69-82CF-D2F6B276680D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47BB41C-FC86-4550-A2CB-D58B80B9751F}" type="presOf" srcId="{2A8D39A9-50C8-4D4F-B033-79DECE006E66}" destId="{0FFC9F85-D342-4563-A0C2-89C6B83FD375}" srcOrd="0" destOrd="0" presId="urn:microsoft.com/office/officeart/2005/8/layout/hChevron3"/>
    <dgm:cxn modelId="{92E5502B-D54D-4966-9E24-506A6D560BD2}" srcId="{1BAF38FA-668C-42FF-833B-8125D0660C5A}" destId="{6D71B52B-3920-4F69-82CF-D2F6B276680D}" srcOrd="3" destOrd="0" parTransId="{D523D338-016A-4C79-9BD8-F4C65FDC3E4A}" sibTransId="{CD4D0C60-FE61-48F8-A8F6-566EF2190D5C}"/>
    <dgm:cxn modelId="{CFE9B22D-431F-42D5-A9DD-A34070B50E6D}" srcId="{1BAF38FA-668C-42FF-833B-8125D0660C5A}" destId="{02F2DEB5-04B2-43B0-AE1F-484092092F8C}" srcOrd="0" destOrd="0" parTransId="{086CFFA7-5016-4BB1-BF31-ADB78F91B03E}" sibTransId="{98B402DD-A062-43D3-B135-4A9AE401840E}"/>
    <dgm:cxn modelId="{7E7A1337-859F-4F61-9A78-82F7E8764017}" type="presOf" srcId="{3F8A6D25-EC33-4E79-9F36-36771A974919}" destId="{927287C2-A3D7-40DA-9CC5-879018D16C6C}" srcOrd="0" destOrd="0" presId="urn:microsoft.com/office/officeart/2005/8/layout/hChevron3"/>
    <dgm:cxn modelId="{C8B7E64E-D047-4A1C-842A-C4653D06E0DB}" type="presOf" srcId="{1BAF38FA-668C-42FF-833B-8125D0660C5A}" destId="{CDD65885-70A5-408A-AD16-60B5296FD84F}" srcOrd="0" destOrd="0" presId="urn:microsoft.com/office/officeart/2005/8/layout/hChevron3"/>
    <dgm:cxn modelId="{69FDE357-9944-440F-9DEB-FDD0AD8A9BFE}" type="presOf" srcId="{6D71B52B-3920-4F69-82CF-D2F6B276680D}" destId="{903FC15E-8A12-4ACF-90BF-441209C11D87}" srcOrd="0" destOrd="0" presId="urn:microsoft.com/office/officeart/2005/8/layout/hChevron3"/>
    <dgm:cxn modelId="{2667F885-9801-44B0-94AB-28C9292F3E74}" srcId="{1BAF38FA-668C-42FF-833B-8125D0660C5A}" destId="{2A8D39A9-50C8-4D4F-B033-79DECE006E66}" srcOrd="2" destOrd="0" parTransId="{315C08A7-84C9-4B75-B41E-C170BAF53261}" sibTransId="{55984B9E-0D3F-4FAD-8385-14CE83ECD63D}"/>
    <dgm:cxn modelId="{0C42CAF2-971C-4068-B645-A373CE11E869}" srcId="{1BAF38FA-668C-42FF-833B-8125D0660C5A}" destId="{3F8A6D25-EC33-4E79-9F36-36771A974919}" srcOrd="1" destOrd="0" parTransId="{2214299D-707F-429C-A23D-9EE2F39CF74A}" sibTransId="{F5C31149-F876-40A6-9FD4-9FC1A73D7103}"/>
    <dgm:cxn modelId="{3020AFFF-29FB-4253-9067-BC7D344E83A9}" type="presOf" srcId="{02F2DEB5-04B2-43B0-AE1F-484092092F8C}" destId="{3B3B9CF9-ACCC-4AAF-B159-A5ECCE9F91FA}" srcOrd="0" destOrd="0" presId="urn:microsoft.com/office/officeart/2005/8/layout/hChevron3"/>
    <dgm:cxn modelId="{E191ADB3-48DE-4471-9D7B-B06436C72291}" type="presParOf" srcId="{CDD65885-70A5-408A-AD16-60B5296FD84F}" destId="{3B3B9CF9-ACCC-4AAF-B159-A5ECCE9F91FA}" srcOrd="0" destOrd="0" presId="urn:microsoft.com/office/officeart/2005/8/layout/hChevron3"/>
    <dgm:cxn modelId="{F6ECF3E2-766C-40B1-9FEF-D2B9A3751F52}" type="presParOf" srcId="{CDD65885-70A5-408A-AD16-60B5296FD84F}" destId="{5EA737B2-FAEA-4E29-B7AB-D4AF56C6722A}" srcOrd="1" destOrd="0" presId="urn:microsoft.com/office/officeart/2005/8/layout/hChevron3"/>
    <dgm:cxn modelId="{5F4A39DD-EE71-415A-B0B3-627A8BABEDC4}" type="presParOf" srcId="{CDD65885-70A5-408A-AD16-60B5296FD84F}" destId="{927287C2-A3D7-40DA-9CC5-879018D16C6C}" srcOrd="2" destOrd="0" presId="urn:microsoft.com/office/officeart/2005/8/layout/hChevron3"/>
    <dgm:cxn modelId="{4E7C4957-7013-4E83-83C2-B10253353E78}" type="presParOf" srcId="{CDD65885-70A5-408A-AD16-60B5296FD84F}" destId="{D7399875-5945-4082-A56B-0967B2FF1CAA}" srcOrd="3" destOrd="0" presId="urn:microsoft.com/office/officeart/2005/8/layout/hChevron3"/>
    <dgm:cxn modelId="{FB86EB6A-5434-47EA-AB12-3A0CDAB33EE4}" type="presParOf" srcId="{CDD65885-70A5-408A-AD16-60B5296FD84F}" destId="{0FFC9F85-D342-4563-A0C2-89C6B83FD375}" srcOrd="4" destOrd="0" presId="urn:microsoft.com/office/officeart/2005/8/layout/hChevron3"/>
    <dgm:cxn modelId="{78C80DD3-464A-4A52-99A1-54586C54E2F3}" type="presParOf" srcId="{CDD65885-70A5-408A-AD16-60B5296FD84F}" destId="{00AD2CC1-E211-4CFF-A9B2-67FC64D14459}" srcOrd="5" destOrd="0" presId="urn:microsoft.com/office/officeart/2005/8/layout/hChevron3"/>
    <dgm:cxn modelId="{6ACBF150-7D73-4DED-A989-4E37B02A320F}" type="presParOf" srcId="{CDD65885-70A5-408A-AD16-60B5296FD84F}" destId="{903FC15E-8A12-4ACF-90BF-441209C11D87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BAF38FA-668C-42FF-833B-8125D0660C5A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F2DEB5-04B2-43B0-AE1F-484092092F8C}">
      <dgm:prSet phldrT="[Text]" phldr="0"/>
      <dgm:spPr>
        <a:ln>
          <a:solidFill>
            <a:schemeClr val="accent1"/>
          </a:solidFill>
        </a:ln>
      </dgm:spPr>
      <dgm:t>
        <a:bodyPr/>
        <a:lstStyle/>
        <a:p>
          <a:endParaRPr lang="en-US"/>
        </a:p>
      </dgm:t>
    </dgm:pt>
    <dgm:pt modelId="{086CFFA7-5016-4BB1-BF31-ADB78F91B03E}" type="parTrans" cxnId="{CFE9B22D-431F-42D5-A9DD-A34070B50E6D}">
      <dgm:prSet/>
      <dgm:spPr/>
      <dgm:t>
        <a:bodyPr/>
        <a:lstStyle/>
        <a:p>
          <a:endParaRPr lang="en-US"/>
        </a:p>
      </dgm:t>
    </dgm:pt>
    <dgm:pt modelId="{98B402DD-A062-43D3-B135-4A9AE401840E}" type="sibTrans" cxnId="{CFE9B22D-431F-42D5-A9DD-A34070B50E6D}">
      <dgm:prSet/>
      <dgm:spPr/>
      <dgm:t>
        <a:bodyPr/>
        <a:lstStyle/>
        <a:p>
          <a:endParaRPr lang="en-US"/>
        </a:p>
      </dgm:t>
    </dgm:pt>
    <dgm:pt modelId="{3F8A6D25-EC33-4E79-9F36-36771A974919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endParaRPr lang="en-US" dirty="0"/>
        </a:p>
      </dgm:t>
    </dgm:pt>
    <dgm:pt modelId="{2214299D-707F-429C-A23D-9EE2F39CF74A}" type="parTrans" cxnId="{0C42CAF2-971C-4068-B645-A373CE11E869}">
      <dgm:prSet/>
      <dgm:spPr/>
      <dgm:t>
        <a:bodyPr/>
        <a:lstStyle/>
        <a:p>
          <a:endParaRPr lang="en-US"/>
        </a:p>
      </dgm:t>
    </dgm:pt>
    <dgm:pt modelId="{F5C31149-F876-40A6-9FD4-9FC1A73D7103}" type="sibTrans" cxnId="{0C42CAF2-971C-4068-B645-A373CE11E869}">
      <dgm:prSet/>
      <dgm:spPr/>
      <dgm:t>
        <a:bodyPr/>
        <a:lstStyle/>
        <a:p>
          <a:endParaRPr lang="en-US"/>
        </a:p>
      </dgm:t>
    </dgm:pt>
    <dgm:pt modelId="{2A8D39A9-50C8-4D4F-B033-79DECE006E66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endParaRPr lang="en-US" dirty="0"/>
        </a:p>
      </dgm:t>
    </dgm:pt>
    <dgm:pt modelId="{315C08A7-84C9-4B75-B41E-C170BAF53261}" type="parTrans" cxnId="{2667F885-9801-44B0-94AB-28C9292F3E74}">
      <dgm:prSet/>
      <dgm:spPr/>
      <dgm:t>
        <a:bodyPr/>
        <a:lstStyle/>
        <a:p>
          <a:endParaRPr lang="en-US"/>
        </a:p>
      </dgm:t>
    </dgm:pt>
    <dgm:pt modelId="{55984B9E-0D3F-4FAD-8385-14CE83ECD63D}" type="sibTrans" cxnId="{2667F885-9801-44B0-94AB-28C9292F3E74}">
      <dgm:prSet/>
      <dgm:spPr/>
      <dgm:t>
        <a:bodyPr/>
        <a:lstStyle/>
        <a:p>
          <a:endParaRPr lang="en-US"/>
        </a:p>
      </dgm:t>
    </dgm:pt>
    <dgm:pt modelId="{6D71B52B-3920-4F69-82CF-D2F6B276680D}">
      <dgm:prSet phldrT="[Text]" phldr="0"/>
      <dgm:spPr>
        <a:solidFill>
          <a:schemeClr val="tx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endParaRPr lang="en-US" dirty="0"/>
        </a:p>
      </dgm:t>
    </dgm:pt>
    <dgm:pt modelId="{D523D338-016A-4C79-9BD8-F4C65FDC3E4A}" type="parTrans" cxnId="{92E5502B-D54D-4966-9E24-506A6D560BD2}">
      <dgm:prSet/>
      <dgm:spPr/>
      <dgm:t>
        <a:bodyPr/>
        <a:lstStyle/>
        <a:p>
          <a:endParaRPr lang="en-US"/>
        </a:p>
      </dgm:t>
    </dgm:pt>
    <dgm:pt modelId="{CD4D0C60-FE61-48F8-A8F6-566EF2190D5C}" type="sibTrans" cxnId="{92E5502B-D54D-4966-9E24-506A6D560BD2}">
      <dgm:prSet/>
      <dgm:spPr/>
      <dgm:t>
        <a:bodyPr/>
        <a:lstStyle/>
        <a:p>
          <a:endParaRPr lang="en-US"/>
        </a:p>
      </dgm:t>
    </dgm:pt>
    <dgm:pt modelId="{CDD65885-70A5-408A-AD16-60B5296FD84F}" type="pres">
      <dgm:prSet presAssocID="{1BAF38FA-668C-42FF-833B-8125D0660C5A}" presName="Name0" presStyleCnt="0">
        <dgm:presLayoutVars>
          <dgm:dir/>
          <dgm:resizeHandles val="exact"/>
        </dgm:presLayoutVars>
      </dgm:prSet>
      <dgm:spPr/>
    </dgm:pt>
    <dgm:pt modelId="{3B3B9CF9-ACCC-4AAF-B159-A5ECCE9F91FA}" type="pres">
      <dgm:prSet presAssocID="{02F2DEB5-04B2-43B0-AE1F-484092092F8C}" presName="parTxOnly" presStyleLbl="node1" presStyleIdx="0" presStyleCnt="4">
        <dgm:presLayoutVars>
          <dgm:bulletEnabled val="1"/>
        </dgm:presLayoutVars>
      </dgm:prSet>
      <dgm:spPr/>
    </dgm:pt>
    <dgm:pt modelId="{5EA737B2-FAEA-4E29-B7AB-D4AF56C6722A}" type="pres">
      <dgm:prSet presAssocID="{98B402DD-A062-43D3-B135-4A9AE401840E}" presName="parSpace" presStyleCnt="0"/>
      <dgm:spPr/>
    </dgm:pt>
    <dgm:pt modelId="{927287C2-A3D7-40DA-9CC5-879018D16C6C}" type="pres">
      <dgm:prSet presAssocID="{3F8A6D25-EC33-4E79-9F36-36771A974919}" presName="parTxOnly" presStyleLbl="node1" presStyleIdx="1" presStyleCnt="4">
        <dgm:presLayoutVars>
          <dgm:bulletEnabled val="1"/>
        </dgm:presLayoutVars>
      </dgm:prSet>
      <dgm:spPr/>
    </dgm:pt>
    <dgm:pt modelId="{D7399875-5945-4082-A56B-0967B2FF1CAA}" type="pres">
      <dgm:prSet presAssocID="{F5C31149-F876-40A6-9FD4-9FC1A73D7103}" presName="parSpace" presStyleCnt="0"/>
      <dgm:spPr/>
    </dgm:pt>
    <dgm:pt modelId="{0FFC9F85-D342-4563-A0C2-89C6B83FD375}" type="pres">
      <dgm:prSet presAssocID="{2A8D39A9-50C8-4D4F-B033-79DECE006E66}" presName="parTxOnly" presStyleLbl="node1" presStyleIdx="2" presStyleCnt="4">
        <dgm:presLayoutVars>
          <dgm:bulletEnabled val="1"/>
        </dgm:presLayoutVars>
      </dgm:prSet>
      <dgm:spPr/>
    </dgm:pt>
    <dgm:pt modelId="{00AD2CC1-E211-4CFF-A9B2-67FC64D14459}" type="pres">
      <dgm:prSet presAssocID="{55984B9E-0D3F-4FAD-8385-14CE83ECD63D}" presName="parSpace" presStyleCnt="0"/>
      <dgm:spPr/>
    </dgm:pt>
    <dgm:pt modelId="{903FC15E-8A12-4ACF-90BF-441209C11D87}" type="pres">
      <dgm:prSet presAssocID="{6D71B52B-3920-4F69-82CF-D2F6B276680D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347BB41C-FC86-4550-A2CB-D58B80B9751F}" type="presOf" srcId="{2A8D39A9-50C8-4D4F-B033-79DECE006E66}" destId="{0FFC9F85-D342-4563-A0C2-89C6B83FD375}" srcOrd="0" destOrd="0" presId="urn:microsoft.com/office/officeart/2005/8/layout/hChevron3"/>
    <dgm:cxn modelId="{92E5502B-D54D-4966-9E24-506A6D560BD2}" srcId="{1BAF38FA-668C-42FF-833B-8125D0660C5A}" destId="{6D71B52B-3920-4F69-82CF-D2F6B276680D}" srcOrd="3" destOrd="0" parTransId="{D523D338-016A-4C79-9BD8-F4C65FDC3E4A}" sibTransId="{CD4D0C60-FE61-48F8-A8F6-566EF2190D5C}"/>
    <dgm:cxn modelId="{CFE9B22D-431F-42D5-A9DD-A34070B50E6D}" srcId="{1BAF38FA-668C-42FF-833B-8125D0660C5A}" destId="{02F2DEB5-04B2-43B0-AE1F-484092092F8C}" srcOrd="0" destOrd="0" parTransId="{086CFFA7-5016-4BB1-BF31-ADB78F91B03E}" sibTransId="{98B402DD-A062-43D3-B135-4A9AE401840E}"/>
    <dgm:cxn modelId="{7E7A1337-859F-4F61-9A78-82F7E8764017}" type="presOf" srcId="{3F8A6D25-EC33-4E79-9F36-36771A974919}" destId="{927287C2-A3D7-40DA-9CC5-879018D16C6C}" srcOrd="0" destOrd="0" presId="urn:microsoft.com/office/officeart/2005/8/layout/hChevron3"/>
    <dgm:cxn modelId="{C8B7E64E-D047-4A1C-842A-C4653D06E0DB}" type="presOf" srcId="{1BAF38FA-668C-42FF-833B-8125D0660C5A}" destId="{CDD65885-70A5-408A-AD16-60B5296FD84F}" srcOrd="0" destOrd="0" presId="urn:microsoft.com/office/officeart/2005/8/layout/hChevron3"/>
    <dgm:cxn modelId="{69FDE357-9944-440F-9DEB-FDD0AD8A9BFE}" type="presOf" srcId="{6D71B52B-3920-4F69-82CF-D2F6B276680D}" destId="{903FC15E-8A12-4ACF-90BF-441209C11D87}" srcOrd="0" destOrd="0" presId="urn:microsoft.com/office/officeart/2005/8/layout/hChevron3"/>
    <dgm:cxn modelId="{2667F885-9801-44B0-94AB-28C9292F3E74}" srcId="{1BAF38FA-668C-42FF-833B-8125D0660C5A}" destId="{2A8D39A9-50C8-4D4F-B033-79DECE006E66}" srcOrd="2" destOrd="0" parTransId="{315C08A7-84C9-4B75-B41E-C170BAF53261}" sibTransId="{55984B9E-0D3F-4FAD-8385-14CE83ECD63D}"/>
    <dgm:cxn modelId="{0C42CAF2-971C-4068-B645-A373CE11E869}" srcId="{1BAF38FA-668C-42FF-833B-8125D0660C5A}" destId="{3F8A6D25-EC33-4E79-9F36-36771A974919}" srcOrd="1" destOrd="0" parTransId="{2214299D-707F-429C-A23D-9EE2F39CF74A}" sibTransId="{F5C31149-F876-40A6-9FD4-9FC1A73D7103}"/>
    <dgm:cxn modelId="{3020AFFF-29FB-4253-9067-BC7D344E83A9}" type="presOf" srcId="{02F2DEB5-04B2-43B0-AE1F-484092092F8C}" destId="{3B3B9CF9-ACCC-4AAF-B159-A5ECCE9F91FA}" srcOrd="0" destOrd="0" presId="urn:microsoft.com/office/officeart/2005/8/layout/hChevron3"/>
    <dgm:cxn modelId="{E191ADB3-48DE-4471-9D7B-B06436C72291}" type="presParOf" srcId="{CDD65885-70A5-408A-AD16-60B5296FD84F}" destId="{3B3B9CF9-ACCC-4AAF-B159-A5ECCE9F91FA}" srcOrd="0" destOrd="0" presId="urn:microsoft.com/office/officeart/2005/8/layout/hChevron3"/>
    <dgm:cxn modelId="{F6ECF3E2-766C-40B1-9FEF-D2B9A3751F52}" type="presParOf" srcId="{CDD65885-70A5-408A-AD16-60B5296FD84F}" destId="{5EA737B2-FAEA-4E29-B7AB-D4AF56C6722A}" srcOrd="1" destOrd="0" presId="urn:microsoft.com/office/officeart/2005/8/layout/hChevron3"/>
    <dgm:cxn modelId="{5F4A39DD-EE71-415A-B0B3-627A8BABEDC4}" type="presParOf" srcId="{CDD65885-70A5-408A-AD16-60B5296FD84F}" destId="{927287C2-A3D7-40DA-9CC5-879018D16C6C}" srcOrd="2" destOrd="0" presId="urn:microsoft.com/office/officeart/2005/8/layout/hChevron3"/>
    <dgm:cxn modelId="{4E7C4957-7013-4E83-83C2-B10253353E78}" type="presParOf" srcId="{CDD65885-70A5-408A-AD16-60B5296FD84F}" destId="{D7399875-5945-4082-A56B-0967B2FF1CAA}" srcOrd="3" destOrd="0" presId="urn:microsoft.com/office/officeart/2005/8/layout/hChevron3"/>
    <dgm:cxn modelId="{FB86EB6A-5434-47EA-AB12-3A0CDAB33EE4}" type="presParOf" srcId="{CDD65885-70A5-408A-AD16-60B5296FD84F}" destId="{0FFC9F85-D342-4563-A0C2-89C6B83FD375}" srcOrd="4" destOrd="0" presId="urn:microsoft.com/office/officeart/2005/8/layout/hChevron3"/>
    <dgm:cxn modelId="{78C80DD3-464A-4A52-99A1-54586C54E2F3}" type="presParOf" srcId="{CDD65885-70A5-408A-AD16-60B5296FD84F}" destId="{00AD2CC1-E211-4CFF-A9B2-67FC64D14459}" srcOrd="5" destOrd="0" presId="urn:microsoft.com/office/officeart/2005/8/layout/hChevron3"/>
    <dgm:cxn modelId="{6ACBF150-7D73-4DED-A989-4E37B02A320F}" type="presParOf" srcId="{CDD65885-70A5-408A-AD16-60B5296FD84F}" destId="{903FC15E-8A12-4ACF-90BF-441209C11D87}" srcOrd="6" destOrd="0" presId="urn:microsoft.com/office/officeart/2005/8/layout/hChevron3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504967" y="243008"/>
          <a:ext cx="3024109" cy="3024109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Components</a:t>
          </a:r>
          <a:endParaRPr lang="en-US" sz="1200" b="1" kern="1200" dirty="0"/>
        </a:p>
      </dsp:txBody>
      <dsp:txXfrm>
        <a:off x="2149147" y="801028"/>
        <a:ext cx="1026037" cy="1008036"/>
      </dsp:txXfrm>
    </dsp:sp>
    <dsp:sp modelId="{E38BEA43-6901-44EC-A624-A428C4B10F43}">
      <dsp:nvSpPr>
        <dsp:cNvPr id="0" name=""/>
        <dsp:cNvSpPr/>
      </dsp:nvSpPr>
      <dsp:spPr>
        <a:xfrm>
          <a:off x="349082" y="333012"/>
          <a:ext cx="3024109" cy="3024109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Props</a:t>
          </a:r>
        </a:p>
      </dsp:txBody>
      <dsp:txXfrm>
        <a:off x="1177111" y="2241080"/>
        <a:ext cx="1368049" cy="936033"/>
      </dsp:txXfrm>
    </dsp:sp>
    <dsp:sp modelId="{1CFB1FF1-6771-4E5C-A9D8-B2BACAED8CE8}">
      <dsp:nvSpPr>
        <dsp:cNvPr id="0" name=""/>
        <dsp:cNvSpPr/>
      </dsp:nvSpPr>
      <dsp:spPr>
        <a:xfrm>
          <a:off x="349082" y="333012"/>
          <a:ext cx="3024109" cy="3024109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State</a:t>
          </a:r>
        </a:p>
      </dsp:txBody>
      <dsp:txXfrm>
        <a:off x="673093" y="927033"/>
        <a:ext cx="1026037" cy="10080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504967" y="243008"/>
          <a:ext cx="3024109" cy="3024109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 dirty="0"/>
            <a:t>Components</a:t>
          </a:r>
          <a:endParaRPr lang="en-US" sz="1200" b="1" kern="1200" dirty="0"/>
        </a:p>
      </dsp:txBody>
      <dsp:txXfrm>
        <a:off x="2149147" y="801028"/>
        <a:ext cx="1026037" cy="1008036"/>
      </dsp:txXfrm>
    </dsp:sp>
    <dsp:sp modelId="{E38BEA43-6901-44EC-A624-A428C4B10F43}">
      <dsp:nvSpPr>
        <dsp:cNvPr id="0" name=""/>
        <dsp:cNvSpPr/>
      </dsp:nvSpPr>
      <dsp:spPr>
        <a:xfrm>
          <a:off x="349082" y="333012"/>
          <a:ext cx="3024109" cy="3024109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Props</a:t>
          </a:r>
        </a:p>
      </dsp:txBody>
      <dsp:txXfrm>
        <a:off x="1177111" y="2241080"/>
        <a:ext cx="1368049" cy="936033"/>
      </dsp:txXfrm>
    </dsp:sp>
    <dsp:sp modelId="{1CFB1FF1-6771-4E5C-A9D8-B2BACAED8CE8}">
      <dsp:nvSpPr>
        <dsp:cNvPr id="0" name=""/>
        <dsp:cNvSpPr/>
      </dsp:nvSpPr>
      <dsp:spPr>
        <a:xfrm>
          <a:off x="349082" y="333012"/>
          <a:ext cx="3024109" cy="3024109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State</a:t>
          </a:r>
        </a:p>
      </dsp:txBody>
      <dsp:txXfrm>
        <a:off x="673093" y="927033"/>
        <a:ext cx="1026037" cy="10080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471481" y="174552"/>
          <a:ext cx="2172212" cy="2172212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Props</a:t>
          </a:r>
        </a:p>
      </dsp:txBody>
      <dsp:txXfrm>
        <a:off x="1652492" y="575377"/>
        <a:ext cx="737000" cy="724070"/>
      </dsp:txXfrm>
    </dsp:sp>
    <dsp:sp modelId="{E38BEA43-6901-44EC-A624-A428C4B10F43}">
      <dsp:nvSpPr>
        <dsp:cNvPr id="0" name=""/>
        <dsp:cNvSpPr/>
      </dsp:nvSpPr>
      <dsp:spPr>
        <a:xfrm>
          <a:off x="359508" y="239201"/>
          <a:ext cx="2172212" cy="2172212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/>
            <a:t>Components</a:t>
          </a:r>
          <a:endParaRPr lang="en-US" sz="1200" b="1" kern="1200" dirty="0"/>
        </a:p>
      </dsp:txBody>
      <dsp:txXfrm>
        <a:off x="954281" y="1609764"/>
        <a:ext cx="982667" cy="672351"/>
      </dsp:txXfrm>
    </dsp:sp>
    <dsp:sp modelId="{95ED624A-34FE-463E-9A7D-E5734D59C1ED}">
      <dsp:nvSpPr>
        <dsp:cNvPr id="0" name=""/>
        <dsp:cNvSpPr/>
      </dsp:nvSpPr>
      <dsp:spPr>
        <a:xfrm>
          <a:off x="359508" y="239201"/>
          <a:ext cx="2172212" cy="2172212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State</a:t>
          </a:r>
        </a:p>
      </dsp:txBody>
      <dsp:txXfrm>
        <a:off x="592245" y="665886"/>
        <a:ext cx="737000" cy="7240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471481" y="174552"/>
          <a:ext cx="2172212" cy="2172212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Props</a:t>
          </a:r>
        </a:p>
      </dsp:txBody>
      <dsp:txXfrm>
        <a:off x="1652492" y="575377"/>
        <a:ext cx="737000" cy="724070"/>
      </dsp:txXfrm>
    </dsp:sp>
    <dsp:sp modelId="{E38BEA43-6901-44EC-A624-A428C4B10F43}">
      <dsp:nvSpPr>
        <dsp:cNvPr id="0" name=""/>
        <dsp:cNvSpPr/>
      </dsp:nvSpPr>
      <dsp:spPr>
        <a:xfrm>
          <a:off x="359508" y="239201"/>
          <a:ext cx="2172212" cy="2172212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/>
            <a:t>Components</a:t>
          </a:r>
          <a:endParaRPr lang="en-US" sz="1200" b="1" kern="1200" dirty="0"/>
        </a:p>
      </dsp:txBody>
      <dsp:txXfrm>
        <a:off x="954281" y="1609764"/>
        <a:ext cx="982667" cy="672351"/>
      </dsp:txXfrm>
    </dsp:sp>
    <dsp:sp modelId="{95ED624A-34FE-463E-9A7D-E5734D59C1ED}">
      <dsp:nvSpPr>
        <dsp:cNvPr id="0" name=""/>
        <dsp:cNvSpPr/>
      </dsp:nvSpPr>
      <dsp:spPr>
        <a:xfrm>
          <a:off x="359508" y="239201"/>
          <a:ext cx="2172212" cy="2172212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State</a:t>
          </a:r>
        </a:p>
      </dsp:txBody>
      <dsp:txXfrm>
        <a:off x="592245" y="665886"/>
        <a:ext cx="737000" cy="724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471481" y="174552"/>
          <a:ext cx="2172212" cy="2172212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Props</a:t>
          </a:r>
        </a:p>
      </dsp:txBody>
      <dsp:txXfrm>
        <a:off x="1652492" y="575377"/>
        <a:ext cx="737000" cy="724070"/>
      </dsp:txXfrm>
    </dsp:sp>
    <dsp:sp modelId="{E38BEA43-6901-44EC-A624-A428C4B10F43}">
      <dsp:nvSpPr>
        <dsp:cNvPr id="0" name=""/>
        <dsp:cNvSpPr/>
      </dsp:nvSpPr>
      <dsp:spPr>
        <a:xfrm>
          <a:off x="359508" y="239201"/>
          <a:ext cx="2172212" cy="2172212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1" kern="1200"/>
            <a:t>Components</a:t>
          </a:r>
          <a:endParaRPr lang="en-US" sz="1200" b="1" kern="1200" dirty="0"/>
        </a:p>
      </dsp:txBody>
      <dsp:txXfrm>
        <a:off x="954281" y="1609764"/>
        <a:ext cx="982667" cy="672351"/>
      </dsp:txXfrm>
    </dsp:sp>
    <dsp:sp modelId="{95ED624A-34FE-463E-9A7D-E5734D59C1ED}">
      <dsp:nvSpPr>
        <dsp:cNvPr id="0" name=""/>
        <dsp:cNvSpPr/>
      </dsp:nvSpPr>
      <dsp:spPr>
        <a:xfrm>
          <a:off x="359508" y="239201"/>
          <a:ext cx="2172212" cy="2172212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State</a:t>
          </a:r>
        </a:p>
      </dsp:txBody>
      <dsp:txXfrm>
        <a:off x="592245" y="665886"/>
        <a:ext cx="737000" cy="7240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614086" y="190772"/>
          <a:ext cx="2374060" cy="2374060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State</a:t>
          </a:r>
        </a:p>
      </dsp:txBody>
      <dsp:txXfrm>
        <a:off x="1904839" y="628843"/>
        <a:ext cx="805484" cy="791353"/>
      </dsp:txXfrm>
    </dsp:sp>
    <dsp:sp modelId="{E38BEA43-6901-44EC-A624-A428C4B10F43}">
      <dsp:nvSpPr>
        <dsp:cNvPr id="0" name=""/>
        <dsp:cNvSpPr/>
      </dsp:nvSpPr>
      <dsp:spPr>
        <a:xfrm>
          <a:off x="491708" y="261429"/>
          <a:ext cx="2374060" cy="2374060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Props</a:t>
          </a:r>
          <a:endParaRPr lang="en-US" sz="2000" b="1" kern="1200" dirty="0"/>
        </a:p>
      </dsp:txBody>
      <dsp:txXfrm>
        <a:off x="1141749" y="1759348"/>
        <a:ext cx="1073979" cy="734828"/>
      </dsp:txXfrm>
    </dsp:sp>
    <dsp:sp modelId="{95E789F6-D633-4BE2-AD34-3426A571AAD5}">
      <dsp:nvSpPr>
        <dsp:cNvPr id="0" name=""/>
        <dsp:cNvSpPr/>
      </dsp:nvSpPr>
      <dsp:spPr>
        <a:xfrm>
          <a:off x="491708" y="261429"/>
          <a:ext cx="2374060" cy="2374060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b="1" kern="1200" dirty="0"/>
            <a:t>Components</a:t>
          </a:r>
          <a:endParaRPr lang="en-US" sz="900" b="1" kern="1200" dirty="0"/>
        </a:p>
      </dsp:txBody>
      <dsp:txXfrm>
        <a:off x="746072" y="727762"/>
        <a:ext cx="805484" cy="7913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4BA0-4A3A-4CFA-A276-4E1170A66073}">
      <dsp:nvSpPr>
        <dsp:cNvPr id="0" name=""/>
        <dsp:cNvSpPr/>
      </dsp:nvSpPr>
      <dsp:spPr>
        <a:xfrm>
          <a:off x="614086" y="190772"/>
          <a:ext cx="2374060" cy="2374060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State</a:t>
          </a:r>
          <a:endParaRPr lang="en-US" sz="2400" b="1" kern="1200" dirty="0"/>
        </a:p>
      </dsp:txBody>
      <dsp:txXfrm>
        <a:off x="1904839" y="628843"/>
        <a:ext cx="805484" cy="791353"/>
      </dsp:txXfrm>
    </dsp:sp>
    <dsp:sp modelId="{E38BEA43-6901-44EC-A624-A428C4B10F43}">
      <dsp:nvSpPr>
        <dsp:cNvPr id="0" name=""/>
        <dsp:cNvSpPr/>
      </dsp:nvSpPr>
      <dsp:spPr>
        <a:xfrm>
          <a:off x="491708" y="261429"/>
          <a:ext cx="2374060" cy="2374060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5624522"/>
                <a:satOff val="1095"/>
                <a:lumOff val="5882"/>
                <a:alphaOff val="0"/>
                <a:tint val="98000"/>
                <a:lumMod val="114000"/>
              </a:schemeClr>
            </a:gs>
            <a:gs pos="100000">
              <a:schemeClr val="accent3">
                <a:hueOff val="5624522"/>
                <a:satOff val="1095"/>
                <a:lumOff val="588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Props</a:t>
          </a:r>
          <a:endParaRPr lang="en-US" sz="2000" b="1" kern="1200" dirty="0"/>
        </a:p>
      </dsp:txBody>
      <dsp:txXfrm>
        <a:off x="1141749" y="1759348"/>
        <a:ext cx="1073979" cy="734828"/>
      </dsp:txXfrm>
    </dsp:sp>
    <dsp:sp modelId="{95E789F6-D633-4BE2-AD34-3426A571AAD5}">
      <dsp:nvSpPr>
        <dsp:cNvPr id="0" name=""/>
        <dsp:cNvSpPr/>
      </dsp:nvSpPr>
      <dsp:spPr>
        <a:xfrm>
          <a:off x="491708" y="261429"/>
          <a:ext cx="2374060" cy="2374060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11249043"/>
                <a:satOff val="2189"/>
                <a:lumOff val="11765"/>
                <a:alphaOff val="0"/>
                <a:tint val="98000"/>
                <a:lumMod val="114000"/>
              </a:schemeClr>
            </a:gs>
            <a:gs pos="100000">
              <a:schemeClr val="accent3">
                <a:hueOff val="11249043"/>
                <a:satOff val="2189"/>
                <a:lumOff val="1176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900" b="1" kern="1200" dirty="0"/>
            <a:t>Components</a:t>
          </a:r>
          <a:endParaRPr lang="en-US" sz="900" b="1" kern="1200" dirty="0"/>
        </a:p>
      </dsp:txBody>
      <dsp:txXfrm>
        <a:off x="746072" y="727762"/>
        <a:ext cx="805484" cy="7913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B9CF9-ACCC-4AAF-B159-A5ECCE9F91FA}">
      <dsp:nvSpPr>
        <dsp:cNvPr id="0" name=""/>
        <dsp:cNvSpPr/>
      </dsp:nvSpPr>
      <dsp:spPr>
        <a:xfrm>
          <a:off x="2381" y="226207"/>
          <a:ext cx="2389187" cy="9556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366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/>
        </a:p>
      </dsp:txBody>
      <dsp:txXfrm>
        <a:off x="2381" y="226207"/>
        <a:ext cx="2150268" cy="955675"/>
      </dsp:txXfrm>
    </dsp:sp>
    <dsp:sp modelId="{927287C2-A3D7-40DA-9CC5-879018D16C6C}">
      <dsp:nvSpPr>
        <dsp:cNvPr id="0" name=""/>
        <dsp:cNvSpPr/>
      </dsp:nvSpPr>
      <dsp:spPr>
        <a:xfrm>
          <a:off x="191373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2391569" y="226207"/>
        <a:ext cx="1433512" cy="955675"/>
      </dsp:txXfrm>
    </dsp:sp>
    <dsp:sp modelId="{0FFC9F85-D342-4563-A0C2-89C6B83FD375}">
      <dsp:nvSpPr>
        <dsp:cNvPr id="0" name=""/>
        <dsp:cNvSpPr/>
      </dsp:nvSpPr>
      <dsp:spPr>
        <a:xfrm>
          <a:off x="382508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4302919" y="226207"/>
        <a:ext cx="1433512" cy="955675"/>
      </dsp:txXfrm>
    </dsp:sp>
    <dsp:sp modelId="{903FC15E-8A12-4ACF-90BF-441209C11D87}">
      <dsp:nvSpPr>
        <dsp:cNvPr id="0" name=""/>
        <dsp:cNvSpPr/>
      </dsp:nvSpPr>
      <dsp:spPr>
        <a:xfrm>
          <a:off x="573643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6214269" y="226207"/>
        <a:ext cx="1433512" cy="9556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B9CF9-ACCC-4AAF-B159-A5ECCE9F91FA}">
      <dsp:nvSpPr>
        <dsp:cNvPr id="0" name=""/>
        <dsp:cNvSpPr/>
      </dsp:nvSpPr>
      <dsp:spPr>
        <a:xfrm>
          <a:off x="2381" y="226207"/>
          <a:ext cx="2389187" cy="95567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366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/>
        </a:p>
      </dsp:txBody>
      <dsp:txXfrm>
        <a:off x="2381" y="226207"/>
        <a:ext cx="2150268" cy="955675"/>
      </dsp:txXfrm>
    </dsp:sp>
    <dsp:sp modelId="{927287C2-A3D7-40DA-9CC5-879018D16C6C}">
      <dsp:nvSpPr>
        <dsp:cNvPr id="0" name=""/>
        <dsp:cNvSpPr/>
      </dsp:nvSpPr>
      <dsp:spPr>
        <a:xfrm>
          <a:off x="191373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2391569" y="226207"/>
        <a:ext cx="1433512" cy="955675"/>
      </dsp:txXfrm>
    </dsp:sp>
    <dsp:sp modelId="{0FFC9F85-D342-4563-A0C2-89C6B83FD375}">
      <dsp:nvSpPr>
        <dsp:cNvPr id="0" name=""/>
        <dsp:cNvSpPr/>
      </dsp:nvSpPr>
      <dsp:spPr>
        <a:xfrm>
          <a:off x="382508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4302919" y="226207"/>
        <a:ext cx="1433512" cy="955675"/>
      </dsp:txXfrm>
    </dsp:sp>
    <dsp:sp modelId="{903FC15E-8A12-4ACF-90BF-441209C11D87}">
      <dsp:nvSpPr>
        <dsp:cNvPr id="0" name=""/>
        <dsp:cNvSpPr/>
      </dsp:nvSpPr>
      <dsp:spPr>
        <a:xfrm>
          <a:off x="5736431" y="226207"/>
          <a:ext cx="2389187" cy="955675"/>
        </a:xfrm>
        <a:prstGeom prst="chevron">
          <a:avLst/>
        </a:prstGeom>
        <a:solidFill>
          <a:schemeClr val="tx1">
            <a:lumMod val="95000"/>
          </a:schemeClr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025" tIns="130683" rIns="65342" bIns="130683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900" kern="1200" dirty="0"/>
        </a:p>
      </dsp:txBody>
      <dsp:txXfrm>
        <a:off x="6214269" y="226207"/>
        <a:ext cx="1433512" cy="955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8CC6-7D3F-C82D-08BB-257E1726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572F4-45F4-4F0C-A907-F66F9F45F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32C0F-3BC8-A2C4-923F-21A40D4B8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777F-EDBD-F861-6C41-FA5068984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110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89CC-68BD-5E9A-E193-5DBEB521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9F358-162A-4CC6-0F04-502C44043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3952A-1B57-0D27-D9C5-39DE1FA1F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3094A-5469-1A10-AAD8-1210CBF77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B2056-9683-D8BE-3EDE-34184975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A75A7-3EDC-E579-2C27-24D5AF5CC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FAD87-53FE-02AA-4BC4-B7826A52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627E8-584C-21DB-93D5-DF581968D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74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7703-FEC9-435B-3756-B47C0C7E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3AB88-E10A-C9B3-9A1C-F9E8E6C6F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8342F-2EE7-8B83-7850-85A2B6CB2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410D0-1BE7-5F59-763C-73ED80810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685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E024E-BFF6-04D0-B6DD-6BCA3D9A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EAE64-B780-AF64-3E01-2B71C4EEC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3185D-96F4-8DA7-5A61-966748847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32405-1018-0243-C2EB-FA963B0E8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98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5382-7990-6787-BE19-B2FFBC40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C188C-02EF-6053-C9B4-F23AFD624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218D3-F354-4FCA-5BEB-28DDD6675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A1B2C-BF2D-235D-36B8-AFDCECE9F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4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1462-1F02-8898-16D5-239663D1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0D7D8-BBA5-35D9-CE41-49E100223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B748D-6C71-9E12-1309-EA80E5EB2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2B29A-81C9-3758-9596-ABAA0387A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15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B961-FE75-E822-12CF-52BE22F5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34A55-0DF8-57A9-C769-A7D0F6378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66DB2-934A-A557-CA97-9F87142A8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F6195-9381-2565-6063-5FD0F16EA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0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00053-8403-52E0-CF4D-EE91B62BB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9AB71-D808-A6AD-6B64-96314880B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0317E-1F5B-437C-1EF1-78962EE76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6B184-FAE0-A500-CF58-96BC259BC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189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4ED4-651F-9724-EDDF-67C543C9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B7794-5B63-BFA3-3783-84AC7B560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FA67A-6004-BA39-9DD3-6E2CF2888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EFA4E-6D30-1E53-9DA7-D53C23B4B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95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98C9-DAE4-8C9A-D432-6B78B724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F3EDC-1972-7AA4-3042-CA3BAF735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951EA-D79F-F7A4-73BD-D3814D0A4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FA6F-C2EF-8502-3BA4-FC3B6EFAF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787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DE561-139D-5D31-61B0-CEB51CE3F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87132-166B-03F8-09D6-15C5A5EC1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73048-E494-15D6-07D2-86074E689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C2CCD-ACDC-1553-B482-92F19E194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451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9C6C-B079-7AB8-CEAA-E4BF73F9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0B5A4-C7A5-8D27-EB5F-CF1407F29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7F1F4-B884-0095-0C7F-8DECAE7F4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408E4-78E4-9D72-6CF6-B5FE68160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42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2F325-B241-BB6F-3D43-87548EBA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50859-4106-AADB-ECB3-703401BCE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5E268-4EC4-29A4-1FC6-95D29A16F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A704-D235-1619-0246-893F1959D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350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2FD1-D8C5-A304-F941-019FEB5B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C3AE1-DF29-F980-9F0E-6A6FCAF3C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3E06B-B148-F5FE-74E6-B82E39E46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57D4D-CE91-5BCA-3121-F40AE116C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01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D7CAA-255D-E62A-C0C0-768D0780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13743-EC73-34DD-7925-1395C459B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FC121-0FFC-6020-CF6F-FEE3D391D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A7FDF-EDF0-9978-0669-C7D4BF467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5978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58EE-9F16-565C-5074-55CD7D9C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4ED33-2BA9-6CC1-6F71-B1599E260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23E64-76D7-AACB-7684-CF099B8CE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A1AE1-5887-CCE4-C29A-7D2369918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85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microsoft.com/office/2007/relationships/diagramDrawing" Target="../diagrams/drawing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microsoft.com/office/2007/relationships/diagramDrawing" Target="../diagrams/drawing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10" Type="http://schemas.openxmlformats.org/officeDocument/2006/relationships/image" Target="../media/image17.png"/><Relationship Id="rId4" Type="http://schemas.openxmlformats.org/officeDocument/2006/relationships/image" Target="../media/image7.png"/><Relationship Id="rId9" Type="http://schemas.microsoft.com/office/2007/relationships/diagramDrawing" Target="../diagrams/drawing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image" Target="../media/image6.jpeg"/><Relationship Id="rId7" Type="http://schemas.openxmlformats.org/officeDocument/2006/relationships/diagramLayout" Target="../diagrams/layou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6.xml"/><Relationship Id="rId5" Type="http://schemas.openxmlformats.org/officeDocument/2006/relationships/image" Target="../media/image18.png"/><Relationship Id="rId10" Type="http://schemas.microsoft.com/office/2007/relationships/diagramDrawing" Target="../diagrams/drawing6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microsoft.com/office/2007/relationships/diagramDrawing" Target="../diagrams/drawin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openxmlformats.org/officeDocument/2006/relationships/image" Target="../media/image6.jpeg"/><Relationship Id="rId7" Type="http://schemas.openxmlformats.org/officeDocument/2006/relationships/diagramLayout" Target="../diagrams/layout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8.xml"/><Relationship Id="rId11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microsoft.com/office/2007/relationships/diagramDrawing" Target="../diagrams/drawing8.xml"/><Relationship Id="rId4" Type="http://schemas.openxmlformats.org/officeDocument/2006/relationships/image" Target="../media/image23.png"/><Relationship Id="rId9" Type="http://schemas.openxmlformats.org/officeDocument/2006/relationships/diagramColors" Target="../diagrams/colors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6.jpe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9.xml"/><Relationship Id="rId11" Type="http://schemas.openxmlformats.org/officeDocument/2006/relationships/image" Target="../media/image26.png"/><Relationship Id="rId5" Type="http://schemas.openxmlformats.org/officeDocument/2006/relationships/diagramData" Target="../diagrams/data9.xml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microsoft.com/office/2007/relationships/diagramDrawing" Target="../diagrams/drawin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5393" y="1447801"/>
            <a:ext cx="5288198" cy="2110380"/>
          </a:xfrm>
        </p:spPr>
        <p:txBody>
          <a:bodyPr>
            <a:normAutofit fontScale="90000"/>
          </a:bodyPr>
          <a:lstStyle/>
          <a:p>
            <a:r>
              <a:rPr lang="en-US" dirty="0"/>
              <a:t>REACT Foundations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0581" y="4776950"/>
            <a:ext cx="4897822" cy="1266497"/>
          </a:xfrm>
        </p:spPr>
        <p:txBody>
          <a:bodyPr anchor="ctr"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FEA94DAB-F9A4-841A-1852-2E20FE514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69" y="736586"/>
            <a:ext cx="5978024" cy="53068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D0718DA-F50E-F567-64BA-47C6E415AE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00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8E6312D-DAFA-5438-244C-D84A0E6006DA}"/>
              </a:ext>
            </a:extLst>
          </p:cNvPr>
          <p:cNvSpPr txBox="1">
            <a:spLocks/>
          </p:cNvSpPr>
          <p:nvPr/>
        </p:nvSpPr>
        <p:spPr>
          <a:xfrm>
            <a:off x="6364533" y="3545495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740D6-86B0-C516-4D1C-E527FA274B72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A1C15-014E-A0FF-65BC-6C140972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9A59AD99-950D-555E-A1FF-F48A1223D7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BA322D-1392-BB78-1864-C41469BC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6EF80-44AE-CBB6-E106-B68D5FEC1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1. About React and Next.js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98C25B6C-E093-042D-A18E-66F9AE3ED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EE4F4E5-6CA5-F3AC-A077-FBB6AC88A6CD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01</a:t>
            </a:r>
          </a:p>
        </p:txBody>
      </p:sp>
      <p:pic>
        <p:nvPicPr>
          <p:cNvPr id="8" name="Picture 7" descr="A diagram of a program&#10;&#10;AI-generated content may be incorrect.">
            <a:extLst>
              <a:ext uri="{FF2B5EF4-FFF2-40B4-BE49-F238E27FC236}">
                <a16:creationId xmlns:a16="http://schemas.microsoft.com/office/drawing/2014/main" id="{9438BDDE-ABD0-915C-9EE6-06DC96DE4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28" y="1723696"/>
            <a:ext cx="6017915" cy="48881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476EAC-81DC-DD09-1347-18F89C9D1C6B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195397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2963-7889-810C-A816-CEB4B25B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EC7C6A3A-5C5F-ADEF-E377-8FC11885AD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0BDBB5-F6DC-254A-42AB-FD4133545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2F5E3-2D9B-FDCF-C0E4-3CBFA697F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2. Rendering User Interfaces (UI)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F026279C-9F9D-577A-A86C-5A6561C64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2231224-D55D-C123-C959-8865CD5967D5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02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646F64AC-614D-0986-F301-9EBF840F0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345" y="1422848"/>
            <a:ext cx="6281319" cy="51667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8D625C-2A06-AE55-B238-F78C9CD5A04E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318956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B1D1-2CA5-2126-3946-ABD5C4FE6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6F951A80-7B5C-C348-98BE-935C0F5132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EEAAB6-DF0C-15D1-A1A1-BB2969972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346CC-93DB-577A-8399-60E73AEC3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3. Updating UI with JavaScript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ABABAAB7-FB6E-9102-142F-B9191982D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BD72E8A-C180-9C2D-D686-B7AEA965B511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03</a:t>
            </a:r>
          </a:p>
        </p:txBody>
      </p:sp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840FAFA9-AD10-474C-8642-E08D4FA66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46" y="1371967"/>
            <a:ext cx="6287006" cy="51864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7797D8-4A61-401A-661F-D8ECC3CDA6D0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274933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23FA7-2D6F-2950-1520-2A6693B3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98F9AF7-E6D9-1852-B180-2317194E2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E6355D-8D8E-5249-4F20-F78C87D31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C7EEDD90-C655-7673-363F-436D670CD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E5C4CB-D2E7-6654-A4F4-BDAF61944FFD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pic>
        <p:nvPicPr>
          <p:cNvPr id="8" name="Picture 7" descr="A diagram of a program&#10;&#10;AI-generated content may be incorrect.">
            <a:extLst>
              <a:ext uri="{FF2B5EF4-FFF2-40B4-BE49-F238E27FC236}">
                <a16:creationId xmlns:a16="http://schemas.microsoft.com/office/drawing/2014/main" id="{B9129520-6448-031D-E95F-ADEB9206A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14" y="1510917"/>
            <a:ext cx="7402970" cy="46194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8CDF6BB-848E-C9B7-3515-849222BB0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8772" y="3953814"/>
            <a:ext cx="6706470" cy="167425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Getting Started with React</a:t>
            </a:r>
          </a:p>
          <a:p>
            <a:r>
              <a:rPr lang="en-US" sz="4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4.1 Transform with React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80D503-F3E7-98DD-A918-C3605D27D738}"/>
              </a:ext>
            </a:extLst>
          </p:cNvPr>
          <p:cNvSpPr txBox="1">
            <a:spLocks/>
          </p:cNvSpPr>
          <p:nvPr/>
        </p:nvSpPr>
        <p:spPr>
          <a:xfrm>
            <a:off x="5416515" y="2053513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4942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9782B-FF5F-B0C0-D22A-EDC95166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2778B1B7-FEB5-4EC4-1E88-964F7F99F4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581E64-803E-3686-14F8-C6C66DE72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E6AAC1A7-BEC7-5315-BBD2-B7A051CE5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35E9C3-CC1E-F686-858A-5BD703374BCB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pic>
        <p:nvPicPr>
          <p:cNvPr id="9" name="Picture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BD0A6D63-726C-C27A-A4AF-8A93226BC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3" y="1594944"/>
            <a:ext cx="7647501" cy="47131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DBB65E7-AAFD-1F0D-84A1-35ED013B9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8676" y="4047556"/>
            <a:ext cx="5916566" cy="167425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Getting Started with React</a:t>
            </a:r>
          </a:p>
          <a:p>
            <a:r>
              <a:rPr lang="en-US" sz="4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4.2 Handling JSX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59C108C-09E9-0380-CC70-93BCA38A190E}"/>
              </a:ext>
            </a:extLst>
          </p:cNvPr>
          <p:cNvSpPr txBox="1">
            <a:spLocks/>
          </p:cNvSpPr>
          <p:nvPr/>
        </p:nvSpPr>
        <p:spPr>
          <a:xfrm>
            <a:off x="5528398" y="2187464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85170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3F39-CAE0-71F8-5F44-C9894467A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B5B02E3D-8D19-4043-1D10-F16D091B17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89E879-E2B0-5CC1-29D5-CD3880185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00657-CB21-BA4D-A93C-CB0DDDC28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9516" y="2090081"/>
            <a:ext cx="4924667" cy="1266497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sz="4400" b="1" dirty="0"/>
              <a:t>5. Building UI with Components – 5.1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DC7D42E0-10F4-DF27-8E86-5A4CC5E18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60701D-3E49-021B-0C86-21E5E2204775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759988A-545A-B42C-E79D-4A55CDBEB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6387842"/>
              </p:ext>
            </p:extLst>
          </p:nvPr>
        </p:nvGraphicFramePr>
        <p:xfrm>
          <a:off x="6993552" y="3208516"/>
          <a:ext cx="3878159" cy="3600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1" name="Picture 10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00AC85B4-5ECB-33F4-FF8F-D0646C8B05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55" y="1653559"/>
            <a:ext cx="6829097" cy="46139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9C7FB85-B4C7-CF6C-B987-A25BFD68980D}"/>
              </a:ext>
            </a:extLst>
          </p:cNvPr>
          <p:cNvSpPr txBox="1">
            <a:spLocks/>
          </p:cNvSpPr>
          <p:nvPr/>
        </p:nvSpPr>
        <p:spPr>
          <a:xfrm>
            <a:off x="5149917" y="2356587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05896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50A1-02D8-B552-AEFF-504F0E8BD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E8B45085-C4AE-5F91-F670-0241847F1B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5A1B87-4335-B17A-55F5-A26A0BB6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74E8F-EA30-37F5-0AE5-7FA949D07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9516" y="2090081"/>
            <a:ext cx="4924667" cy="1266497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sz="4400" b="1" dirty="0"/>
              <a:t>5. Building UI with Components – 5.2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086951EB-1488-0D90-6FA7-E452AF356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894423-698C-C1AB-124C-1F67EB967950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E5C180B-9271-F72D-E210-5DCB7F4F743F}"/>
              </a:ext>
            </a:extLst>
          </p:cNvPr>
          <p:cNvGraphicFramePr/>
          <p:nvPr/>
        </p:nvGraphicFramePr>
        <p:xfrm>
          <a:off x="6993552" y="3208516"/>
          <a:ext cx="3878159" cy="3600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9" name="Picture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63BBEC85-476E-3526-1F38-9F87246261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43" y="1594944"/>
            <a:ext cx="7012280" cy="46580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BD7C8C3-5917-7596-FB03-0D4D85793ADC}"/>
              </a:ext>
            </a:extLst>
          </p:cNvPr>
          <p:cNvSpPr txBox="1">
            <a:spLocks/>
          </p:cNvSpPr>
          <p:nvPr/>
        </p:nvSpPr>
        <p:spPr>
          <a:xfrm>
            <a:off x="5149917" y="2356587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853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2CCE-AB04-A405-C49B-CD134750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11F77740-E825-DC46-9E00-2CAFA042E0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25496B-B2FB-AB16-2A17-EFAF94801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6B67C-B34B-23BE-A5DF-324435372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3660" y="2085106"/>
            <a:ext cx="5207153" cy="2134347"/>
          </a:xfrm>
        </p:spPr>
        <p:txBody>
          <a:bodyPr>
            <a:normAutofit lnSpcReduction="10000"/>
          </a:bodyPr>
          <a:lstStyle/>
          <a:p>
            <a:r>
              <a:rPr lang="en-US" altLang="zh-CN" sz="4400" b="1" dirty="0"/>
              <a:t>6. Displaying Data with Props</a:t>
            </a:r>
          </a:p>
          <a:p>
            <a:r>
              <a:rPr lang="en-US" sz="4400" b="1" dirty="0"/>
              <a:t>6.1 Using Props</a:t>
            </a:r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99AC94DF-2563-5C73-D68B-B79E35416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95FBD2-8E0C-A9CE-521F-8510ED36A810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5FEBDC4-A1B7-F56A-C42F-22B627C0F2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7110061"/>
              </p:ext>
            </p:extLst>
          </p:nvPr>
        </p:nvGraphicFramePr>
        <p:xfrm>
          <a:off x="6384035" y="4219453"/>
          <a:ext cx="3003202" cy="2585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1" name="Picture 10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2E09B881-41A2-9572-C880-1FE221465B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13" y="1739431"/>
            <a:ext cx="6459481" cy="45689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8EAFD77-3BBD-C410-A7F5-E0DD37756FA7}"/>
              </a:ext>
            </a:extLst>
          </p:cNvPr>
          <p:cNvSpPr txBox="1">
            <a:spLocks/>
          </p:cNvSpPr>
          <p:nvPr/>
        </p:nvSpPr>
        <p:spPr>
          <a:xfrm>
            <a:off x="4820400" y="2379725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7401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2CCE-7241-C285-7DC0-6F23AEAA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F901AC1B-435F-87B2-D441-2FB1203B5B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F454BA-CCAD-684D-C7DF-026466510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1A4FC-85C7-D945-D4D7-4C83AF110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3660" y="2085106"/>
            <a:ext cx="5207153" cy="2134347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4400" b="1" dirty="0"/>
              <a:t>6. Displaying Data with Props</a:t>
            </a:r>
          </a:p>
          <a:p>
            <a:r>
              <a:rPr lang="en-US" sz="4400" b="1" dirty="0"/>
              <a:t>6.2 Using variables in JSX</a:t>
            </a:r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700CFFEF-0AFD-79A0-6751-96E44AB90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8484EE-6C9B-E175-07EB-C17EDEAF26AD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CBF5455-83D1-0480-0368-7A436005FFBD}"/>
              </a:ext>
            </a:extLst>
          </p:cNvPr>
          <p:cNvGraphicFramePr/>
          <p:nvPr/>
        </p:nvGraphicFramePr>
        <p:xfrm>
          <a:off x="6384035" y="4219453"/>
          <a:ext cx="3003202" cy="2585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0B089A03-7BB4-B448-AEB3-8100FE2011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14" y="1468968"/>
            <a:ext cx="6421205" cy="48290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6CFB606-F479-F7E7-DCE2-855F3093ED11}"/>
              </a:ext>
            </a:extLst>
          </p:cNvPr>
          <p:cNvSpPr txBox="1">
            <a:spLocks/>
          </p:cNvSpPr>
          <p:nvPr/>
        </p:nvSpPr>
        <p:spPr>
          <a:xfrm>
            <a:off x="4820400" y="2379725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6665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5D04-FCA9-BD37-8112-39C85972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657E9557-5DBC-4C72-FD36-D7A738D174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E1D16C-4EFB-E58C-6B49-95DE85075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F9008-83DD-47CF-CDFC-E1CF9B209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2469" y="2085106"/>
            <a:ext cx="5068344" cy="2134347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4400" b="1" dirty="0"/>
              <a:t>6. Displaying Data with Props</a:t>
            </a:r>
          </a:p>
          <a:p>
            <a:r>
              <a:rPr lang="en-US" sz="4400" b="1" dirty="0"/>
              <a:t>6.3 Iterating through Lists</a:t>
            </a:r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02481B14-722E-8002-12F2-E7D8B485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8E5DC5-43C4-CF53-FDAE-C8C60A631758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9957F55-091B-17CC-B0D3-F4048E9B424C}"/>
              </a:ext>
            </a:extLst>
          </p:cNvPr>
          <p:cNvGraphicFramePr/>
          <p:nvPr/>
        </p:nvGraphicFramePr>
        <p:xfrm>
          <a:off x="6384035" y="4219453"/>
          <a:ext cx="3003202" cy="2585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9" name="Picture 8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38269E7F-76FF-2320-6A63-9A3E944D11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4" y="1680549"/>
            <a:ext cx="6582473" cy="46858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B281746-D58F-E9FF-24B7-E8B730A364D9}"/>
              </a:ext>
            </a:extLst>
          </p:cNvPr>
          <p:cNvSpPr txBox="1">
            <a:spLocks/>
          </p:cNvSpPr>
          <p:nvPr/>
        </p:nvSpPr>
        <p:spPr>
          <a:xfrm>
            <a:off x="4820400" y="2379725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6148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4E4E-E396-1EEB-6EB8-A579B550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711E115A-D9DB-84F4-5901-B15FBAD446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C7C39C-7AEF-DB6E-A7F3-901AA14BA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530AB-7133-F2DC-A215-9A14BE08E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7841" y="2113581"/>
            <a:ext cx="4968545" cy="224266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4400" b="1" dirty="0"/>
              <a:t>7. Adding Interactivity with State</a:t>
            </a:r>
          </a:p>
          <a:p>
            <a:r>
              <a:rPr lang="en-US" sz="3800" b="1" dirty="0"/>
              <a:t>7.1 Listening and Handling Events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EA2D2004-1712-30A0-86E4-52E003D8B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4C659B-8BF6-4139-3DF8-2DFABCE2869A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pic>
        <p:nvPicPr>
          <p:cNvPr id="8" name="Picture 7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BBA2AB25-E214-9734-81A1-67AEB0C00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14" y="1871194"/>
            <a:ext cx="6731423" cy="44576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5BA29570-B136-2F8E-83EC-D66EEDFF8C4D}"/>
              </a:ext>
            </a:extLst>
          </p:cNvPr>
          <p:cNvSpPr txBox="1">
            <a:spLocks/>
          </p:cNvSpPr>
          <p:nvPr/>
        </p:nvSpPr>
        <p:spPr>
          <a:xfrm>
            <a:off x="4875382" y="2413790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11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CCB3F84-31B7-9BC9-81D0-D133E9E7F4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2487350"/>
              </p:ext>
            </p:extLst>
          </p:nvPr>
        </p:nvGraphicFramePr>
        <p:xfrm>
          <a:off x="6773753" y="4034046"/>
          <a:ext cx="3479855" cy="282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691132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3E58-464C-D030-8EA4-B880BB8C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273C3E42-EFE2-2E7A-13AB-EAB18280DC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31808-B156-B66D-E931-ED40FE538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6A110-E090-EE7C-508B-A584433CD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7841" y="2113581"/>
            <a:ext cx="4968545" cy="224266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4400" b="1" dirty="0"/>
              <a:t>7. Adding Interactivity with State</a:t>
            </a:r>
          </a:p>
          <a:p>
            <a:r>
              <a:rPr lang="en-US" sz="3800" b="1" dirty="0"/>
              <a:t>7.2 State and Hooks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6633855F-4B74-875E-28E6-594A00851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4F833D-C48C-35F0-DFD9-1A34EADB4DC7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E140893-933C-76FC-0340-BAC1273F4EEB}"/>
              </a:ext>
            </a:extLst>
          </p:cNvPr>
          <p:cNvGraphicFramePr/>
          <p:nvPr/>
        </p:nvGraphicFramePr>
        <p:xfrm>
          <a:off x="6773753" y="4034046"/>
          <a:ext cx="3479855" cy="282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E5FEF984-D3F8-09D1-5C6A-54EAB209C3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891" y="1797269"/>
            <a:ext cx="6668906" cy="45418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54B7572-9340-9A82-98FD-EFB691E0451D}"/>
              </a:ext>
            </a:extLst>
          </p:cNvPr>
          <p:cNvSpPr txBox="1">
            <a:spLocks/>
          </p:cNvSpPr>
          <p:nvPr/>
        </p:nvSpPr>
        <p:spPr>
          <a:xfrm>
            <a:off x="4875382" y="2413790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861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4D4A-2E2A-5A2B-55E3-DF125F64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9EF105C0-8B22-F8B0-B41E-8CFD85EACE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68510A-545D-E612-33C8-92615E563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941F4-35C0-C181-B474-9FE4B36D7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From React to Next.js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54A9F52E-2D4E-D3AE-3F2C-5B18C8D5C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A2795653-27D9-0C54-8DDB-8A02B950E9B3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12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A9FD003E-1AE5-E57B-E128-D71491124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926" y="1615493"/>
            <a:ext cx="6118201" cy="50216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65D237-450C-1EF9-9598-2835DA2F261C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675432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1CBE-C79C-1ACD-6B90-06B9F547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86AF8D14-A203-DB50-E442-2B64294AE7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F42D89-CDA9-17B2-4458-F8B971591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658E0-737E-D4A2-1FA3-01DFDF42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/>
          </a:bodyPr>
          <a:lstStyle/>
          <a:p>
            <a:r>
              <a:rPr lang="en-US" altLang="zh-CN" sz="4400" b="1" dirty="0"/>
              <a:t>Installing Next.js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F1182802-C90A-D190-DE70-E3BC9B1CF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EEFDC22-DA9B-E5C9-162B-B961AE359535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13</a:t>
            </a:r>
          </a:p>
        </p:txBody>
      </p:sp>
      <p:pic>
        <p:nvPicPr>
          <p:cNvPr id="9" name="Picture 8" descr="A diagram of a program&#10;&#10;AI-generated content may be incorrect.">
            <a:extLst>
              <a:ext uri="{FF2B5EF4-FFF2-40B4-BE49-F238E27FC236}">
                <a16:creationId xmlns:a16="http://schemas.microsoft.com/office/drawing/2014/main" id="{F754BA4B-CCB8-8621-5569-789A9EE04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945" y="1594944"/>
            <a:ext cx="6190501" cy="49801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C59635-C706-E5A2-11C0-5D5395221714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4264989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71FB-515F-888D-E67B-B67109ED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20F68039-B935-AC33-9E84-D8A37CAC25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043A49-F9A5-1BC7-DE23-0EB6413A9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23" y="961696"/>
            <a:ext cx="7602064" cy="1266497"/>
          </a:xfrm>
        </p:spPr>
        <p:txBody>
          <a:bodyPr anchor="ctr">
            <a:normAutofit/>
          </a:bodyPr>
          <a:lstStyle/>
          <a:p>
            <a:r>
              <a:rPr lang="en-US" sz="6000" b="1" dirty="0"/>
              <a:t>REACT Foundations</a:t>
            </a:r>
            <a:endParaRPr lang="ru-RU" sz="6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5948D-7CF3-CA45-343B-180EFB130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8088" y="3909848"/>
            <a:ext cx="5207153" cy="126649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4400" b="1" dirty="0"/>
              <a:t>Server and Client Components</a:t>
            </a:r>
            <a:endParaRPr lang="en-US" sz="4400" b="1" dirty="0"/>
          </a:p>
        </p:txBody>
      </p:sp>
      <p:pic>
        <p:nvPicPr>
          <p:cNvPr id="6" name="Picture 5" descr="A group of cubes with a symbol in center&#10;&#10;AI-generated content may be incorrect.">
            <a:extLst>
              <a:ext uri="{FF2B5EF4-FFF2-40B4-BE49-F238E27FC236}">
                <a16:creationId xmlns:a16="http://schemas.microsoft.com/office/drawing/2014/main" id="{E918947B-2500-CDA7-2479-D40BB1845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14" y="126986"/>
            <a:ext cx="3965294" cy="35201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233613E9-C45B-BD30-16D1-FC533AAEB9EF}"/>
              </a:ext>
            </a:extLst>
          </p:cNvPr>
          <p:cNvSpPr txBox="1">
            <a:spLocks/>
          </p:cNvSpPr>
          <p:nvPr/>
        </p:nvSpPr>
        <p:spPr>
          <a:xfrm>
            <a:off x="6755257" y="2199289"/>
            <a:ext cx="2102069" cy="144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en-US" sz="11500" b="1" dirty="0"/>
              <a:t>14</a:t>
            </a:r>
          </a:p>
        </p:txBody>
      </p:sp>
      <p:pic>
        <p:nvPicPr>
          <p:cNvPr id="9" name="Picture 8" descr="A blue and orange text box&#10;&#10;AI-generated content may be incorrect.">
            <a:extLst>
              <a:ext uri="{FF2B5EF4-FFF2-40B4-BE49-F238E27FC236}">
                <a16:creationId xmlns:a16="http://schemas.microsoft.com/office/drawing/2014/main" id="{71BA7069-49D6-C14B-158F-545764F51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28" y="1620314"/>
            <a:ext cx="6317398" cy="50350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959949-6B1F-C8A6-5D11-4A40354D3FA0}"/>
              </a:ext>
            </a:extLst>
          </p:cNvPr>
          <p:cNvSpPr txBox="1"/>
          <p:nvPr/>
        </p:nvSpPr>
        <p:spPr>
          <a:xfrm>
            <a:off x="123014" y="6189114"/>
            <a:ext cx="2706045" cy="5232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Learn Next.js</a:t>
            </a:r>
          </a:p>
        </p:txBody>
      </p:sp>
    </p:spTree>
    <p:extLst>
      <p:ext uri="{BB962C8B-B14F-4D97-AF65-F5344CB8AC3E}">
        <p14:creationId xmlns:p14="http://schemas.microsoft.com/office/powerpoint/2010/main" val="3076644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D132-4399-ACE9-4569-0B69A8DCF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04C77CED-1A10-A935-428B-8DA5D8A711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14" name="Picture 13" descr="A group of cubes with a symbol and a blue light&#10;&#10;AI-generated content may be incorrect.">
            <a:extLst>
              <a:ext uri="{FF2B5EF4-FFF2-40B4-BE49-F238E27FC236}">
                <a16:creationId xmlns:a16="http://schemas.microsoft.com/office/drawing/2014/main" id="{71E2806D-C517-0642-9FE0-1043F4016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8" y="0"/>
            <a:ext cx="10660144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82E914-C74C-E9D2-EAD7-AEC9C5F96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813" y="601656"/>
            <a:ext cx="1372441" cy="11085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3D68DDF4-6AB1-8580-773C-788F21FE0E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758909"/>
              </p:ext>
            </p:extLst>
          </p:nvPr>
        </p:nvGraphicFramePr>
        <p:xfrm>
          <a:off x="2220891" y="3747753"/>
          <a:ext cx="8128000" cy="1408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9" name="Picture 18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750051A5-7776-26B3-84DB-B9089D68EB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9171" y="4037556"/>
            <a:ext cx="858165" cy="776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4341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65AF-FB62-51DB-6D92-389FDFF88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50C3019B-9A59-E401-0A90-6F64498924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14" name="Picture 13" descr="A group of cubes with a symbol and a blue light&#10;&#10;AI-generated content may be incorrect.">
            <a:extLst>
              <a:ext uri="{FF2B5EF4-FFF2-40B4-BE49-F238E27FC236}">
                <a16:creationId xmlns:a16="http://schemas.microsoft.com/office/drawing/2014/main" id="{9EA4EC37-781B-0F3A-7A2C-3F764A65F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8" y="0"/>
            <a:ext cx="10660144" cy="685800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50F498F-D597-91DE-4C9A-E03DE2BFD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940008"/>
              </p:ext>
            </p:extLst>
          </p:nvPr>
        </p:nvGraphicFramePr>
        <p:xfrm>
          <a:off x="2220891" y="4632111"/>
          <a:ext cx="8128000" cy="1408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9" name="Picture 18" descr="A blue circle with a black background&#10;&#10;AI-generated content may be incorrect.">
            <a:extLst>
              <a:ext uri="{FF2B5EF4-FFF2-40B4-BE49-F238E27FC236}">
                <a16:creationId xmlns:a16="http://schemas.microsoft.com/office/drawing/2014/main" id="{A6B6E7A8-3E48-E4C9-3A9A-A0EFB6D831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9171" y="4926207"/>
            <a:ext cx="858165" cy="7764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3" name="Picture 2" descr="A white circle with a blue circle with a blue circle with a blue circle with a white circle with a blue circle with a blue circle with a white circle with a blue circle with a blue circle&#10;&#10;AI-generated content may be incorrect.">
            <a:extLst>
              <a:ext uri="{FF2B5EF4-FFF2-40B4-BE49-F238E27FC236}">
                <a16:creationId xmlns:a16="http://schemas.microsoft.com/office/drawing/2014/main" id="{BDF53D22-B47B-92BE-1E15-906174A828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27177" y="270455"/>
            <a:ext cx="6915427" cy="41727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95230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1592</TotalTime>
  <Words>275</Words>
  <Application>Microsoft Office PowerPoint</Application>
  <PresentationFormat>Widescreen</PresentationFormat>
  <Paragraphs>111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Century Gothic</vt:lpstr>
      <vt:lpstr>Wingdings 3</vt:lpstr>
      <vt:lpstr>Ion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REACT Foundations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17</cp:revision>
  <dcterms:created xsi:type="dcterms:W3CDTF">2026-01-17T04:16:23Z</dcterms:created>
  <dcterms:modified xsi:type="dcterms:W3CDTF">2026-01-18T11:43:40Z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2026-01-17T04:52:16Z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a3ac4781-fe0a-4202-bb7f-f332c745cf40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