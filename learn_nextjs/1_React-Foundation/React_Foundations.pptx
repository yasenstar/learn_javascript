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27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1.xml"/><Relationship Id="rId11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microsoft.com/office/2007/relationships/diagramDrawing" Target="../diagrams/drawing1.xml"/><Relationship Id="rId4" Type="http://schemas.openxmlformats.org/officeDocument/2006/relationships/image" Target="../media/image19.png"/><Relationship Id="rId9" Type="http://schemas.openxmlformats.org/officeDocument/2006/relationships/diagramColors" Target="../diagrams/colors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22.png"/><Relationship Id="rId5" Type="http://schemas.openxmlformats.org/officeDocument/2006/relationships/diagramData" Target="../diagrams/data2.xml"/><Relationship Id="rId10" Type="http://schemas.openxmlformats.org/officeDocument/2006/relationships/image" Target="../media/image21.png"/><Relationship Id="rId4" Type="http://schemas.openxmlformats.org/officeDocument/2006/relationships/image" Target="../media/image19.png"/><Relationship Id="rId9" Type="http://schemas.microsoft.com/office/2007/relationships/diagramDrawing" Target="../diagrams/drawin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Building UI with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DFFF9C4D-A049-A354-8340-9E101A0390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3" y="1585031"/>
            <a:ext cx="6229145" cy="514598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Displaying Data with Props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2E29A81B-C0D2-61BE-B02B-04AAB16C0C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513" y="1663113"/>
            <a:ext cx="6038179" cy="49836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986456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Adding Interactivity with State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95C4CEFD-6244-CFF2-6B4A-1B3199A3E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76" y="1684961"/>
            <a:ext cx="5952119" cy="4880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/>
          </a:bodyPr>
          <a:lstStyle/>
          <a:p>
            <a:r>
              <a:rPr lang="en-US" altLang="zh-CN" sz="4400" b="1" dirty="0"/>
              <a:t>Installing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F754BA4B-CCB8-8621-5569-789A9EE04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945" y="1594944"/>
            <a:ext cx="6190501" cy="4980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972</TotalTime>
  <Words>157</Words>
  <Application>Microsoft Office PowerPoint</Application>
  <PresentationFormat>Widescreen</PresentationFormat>
  <Paragraphs>65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</cp:revision>
  <dcterms:created xsi:type="dcterms:W3CDTF">2026-01-17T04:16:23Z</dcterms:created>
  <dcterms:modified xsi:type="dcterms:W3CDTF">2026-01-18T01:23:46Z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