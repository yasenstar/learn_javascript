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93" d="100"/>
          <a:sy n="93" d="100"/>
        </p:scale>
        <p:origin x="1188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8CC6-7D3F-C82D-08BB-257E1726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572F4-45F4-4F0C-A907-F66F9F45F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32C0F-3BC8-A2C4-923F-21A40D4B8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777F-EDBD-F861-6C41-FA5068984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11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89CC-68BD-5E9A-E193-5DBEB521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9F358-162A-4CC6-0F04-502C44043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3952A-1B57-0D27-D9C5-39DE1FA1F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3094A-5469-1A10-AAD8-1210CBF77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B2056-9683-D8BE-3EDE-34184975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A75A7-3EDC-E579-2C27-24D5AF5CC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FAD87-53FE-02AA-4BC4-B7826A52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627E8-584C-21DB-93D5-DF581968D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74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09FAC-89CB-E70B-1744-6080A0235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A55DF-18C7-E62B-D0CD-253A3B69A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34E14-2E1C-42D7-3652-6EDBDA02D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D67A8-366B-9440-80AA-534803B07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1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5382-7990-6787-BE19-B2FFBC40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C188C-02EF-6053-C9B4-F23AFD62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218D3-F354-4FCA-5BEB-28DDD6675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A1B2C-BF2D-235D-36B8-AFDCECE9F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41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B961-FE75-E822-12CF-52BE22F5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34A55-0DF8-57A9-C769-A7D0F6378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66DB2-934A-A557-CA97-9F87142A8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F6195-9381-2565-6063-5FD0F16EA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0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98C9-DAE4-8C9A-D432-6B78B724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F3EDC-1972-7AA4-3042-CA3BAF735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951EA-D79F-F7A4-73BD-D3814D0A4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FA6F-C2EF-8502-3BA4-FC3B6EFAF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787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9C6C-B079-7AB8-CEAA-E4BF73F9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0B5A4-C7A5-8D27-EB5F-CF1407F29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7F1F4-B884-0095-0C7F-8DECAE7F4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408E4-78E4-9D72-6CF6-B5FE68160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423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F325-B241-BB6F-3D43-87548EBA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50859-4106-AADB-ECB3-703401BCE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5E268-4EC4-29A4-1FC6-95D29A16F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A704-D235-1619-0246-893F1959D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350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2FD1-D8C5-A304-F941-019FEB5B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C3AE1-DF29-F980-9F0E-6A6FCAF3C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3E06B-B148-F5FE-74E6-B82E39E46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57D4D-CE91-5BCA-3121-F40AE116C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5393" y="1447801"/>
            <a:ext cx="5288198" cy="2110380"/>
          </a:xfrm>
        </p:spPr>
        <p:txBody>
          <a:bodyPr>
            <a:normAutofit fontScale="90000"/>
          </a:bodyPr>
          <a:lstStyle/>
          <a:p>
            <a:r>
              <a:rPr lang="en-US" dirty="0"/>
              <a:t>REACT Foundations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0581" y="4776950"/>
            <a:ext cx="4897822" cy="1266497"/>
          </a:xfrm>
        </p:spPr>
        <p:txBody>
          <a:bodyPr anchor="ctr"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FEA94DAB-F9A4-841A-1852-2E20FE514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69" y="736586"/>
            <a:ext cx="5978024" cy="53068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D0718DA-F50E-F567-64BA-47C6E415AE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00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8E6312D-DAFA-5438-244C-D84A0E6006DA}"/>
              </a:ext>
            </a:extLst>
          </p:cNvPr>
          <p:cNvSpPr txBox="1">
            <a:spLocks/>
          </p:cNvSpPr>
          <p:nvPr/>
        </p:nvSpPr>
        <p:spPr>
          <a:xfrm>
            <a:off x="6364533" y="3545495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A1C15-014E-A0FF-65BC-6C140972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9A59AD99-950D-555E-A1FF-F48A1223D7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BA322D-1392-BB78-1864-C41469BC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6EF80-44AE-CBB6-E106-B68D5FEC1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About React and Next.js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98C25B6C-E093-042D-A18E-66F9AE3ED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EE4F4E5-6CA5-F3AC-A077-FBB6AC88A6CD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01</a:t>
            </a:r>
          </a:p>
        </p:txBody>
      </p:sp>
      <p:pic>
        <p:nvPicPr>
          <p:cNvPr id="8" name="Picture 7" descr="A diagram of a program&#10;&#10;AI-generated content may be incorrect.">
            <a:extLst>
              <a:ext uri="{FF2B5EF4-FFF2-40B4-BE49-F238E27FC236}">
                <a16:creationId xmlns:a16="http://schemas.microsoft.com/office/drawing/2014/main" id="{9438BDDE-ABD0-915C-9EE6-06DC96DE4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28" y="1723696"/>
            <a:ext cx="6017915" cy="48881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5397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2963-7889-810C-A816-CEB4B25B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EC7C6A3A-5C5F-ADEF-E377-8FC11885A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0BDBB5-F6DC-254A-42AB-FD4133545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2F5E3-2D9B-FDCF-C0E4-3CBFA697F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Rendering User Interfaces (UI)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F026279C-9F9D-577A-A86C-5A6561C64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2231224-D55D-C123-C959-8865CD5967D5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02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646F64AC-614D-0986-F301-9EBF840F0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45" y="1422848"/>
            <a:ext cx="6281319" cy="51667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8956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B1D1-2CA5-2126-3946-ABD5C4FE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6F951A80-7B5C-C348-98BE-935C0F5132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EEAAB6-DF0C-15D1-A1A1-BB2969972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346CC-93DB-577A-8399-60E73AEC3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Updating UI with JavaScript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ABABAAB7-FB6E-9102-142F-B9191982D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BD72E8A-C180-9C2D-D686-B7AEA965B511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03</a:t>
            </a:r>
          </a:p>
        </p:txBody>
      </p:sp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840FAFA9-AD10-474C-8642-E08D4FA66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46" y="1371967"/>
            <a:ext cx="6287006" cy="51864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4933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089E-FCCB-38A9-27D7-F5D54F9D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0BB27D41-69A7-5A63-2888-270368649F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35341-F766-D039-08F9-C1C74798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DC558-4C9D-B732-AC11-A98F8FD88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Getting Started with React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9D362F45-4A09-AB9F-3993-C7833F6A7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F181EF5-ABDC-F778-87E3-6E65D7A73C38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04</a:t>
            </a:r>
          </a:p>
        </p:txBody>
      </p:sp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624A06F4-7C91-2F47-9C04-044DAFE52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91" y="1573923"/>
            <a:ext cx="6063551" cy="49871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5123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3F39-CAE0-71F8-5F44-C9894467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B5B02E3D-8D19-4043-1D10-F16D091B17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89E879-E2B0-5CC1-29D5-CD3880185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00657-CB21-BA4D-A93C-CB0DDDC28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Building UI with Components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DC7D42E0-10F4-DF27-8E86-5A4CC5E18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9C7FB85-B4C7-CF6C-B987-A25BFD68980D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05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DFFF9C4D-A049-A354-8340-9E101A039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23" y="1585031"/>
            <a:ext cx="6229145" cy="51459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0589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2CCE-AB04-A405-C49B-CD134750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11F77740-E825-DC46-9E00-2CAFA042E0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25496B-B2FB-AB16-2A17-EFAF94801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6B67C-B34B-23BE-A5DF-324435372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Displaying Data with Props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99AC94DF-2563-5C73-D68B-B79E35416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8EAFD77-3BBD-C410-A7F5-E0DD37756FA7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06</a:t>
            </a:r>
          </a:p>
        </p:txBody>
      </p:sp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2E29A81B-C0D2-61BE-B02B-04AAB16C0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13" y="1663113"/>
            <a:ext cx="6038179" cy="49836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7401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4E4E-E396-1EEB-6EB8-A579B550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711E115A-D9DB-84F4-5901-B15FBAD446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C7C39C-7AEF-DB6E-A7F3-901AA14BA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530AB-7133-F2DC-A215-9A14BE08E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986456"/>
          </a:xfrm>
        </p:spPr>
        <p:txBody>
          <a:bodyPr>
            <a:normAutofit lnSpcReduction="10000"/>
          </a:bodyPr>
          <a:lstStyle/>
          <a:p>
            <a:r>
              <a:rPr lang="en-US" altLang="zh-CN" sz="4400" b="1" dirty="0"/>
              <a:t>Adding Interactivity with State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EA2D2004-1712-30A0-86E4-52E003D8B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BA29570-B136-2F8E-83EC-D66EEDFF8C4D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07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95C4CEFD-6244-CFF2-6B4A-1B3199A3E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76" y="1684961"/>
            <a:ext cx="5952119" cy="4880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9113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4D4A-2E2A-5A2B-55E3-DF125F64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9EF105C0-8B22-F8B0-B41E-8CFD85EACE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68510A-545D-E612-33C8-92615E563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941F4-35C0-C181-B474-9FE4B36D7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From React to Next.js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54A9F52E-2D4E-D3AE-3F2C-5B18C8D5C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2795653-27D9-0C54-8DDB-8A02B950E9B3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08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A9FD003E-1AE5-E57B-E128-D71491124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26" y="1615493"/>
            <a:ext cx="6118201" cy="50216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75432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1CBE-C79C-1ACD-6B90-06B9F547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6AF8D14-A203-DB50-E442-2B64294AE7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F42D89-CDA9-17B2-4458-F8B971591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658E0-737E-D4A2-1FA3-01DFDF42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/>
          </a:bodyPr>
          <a:lstStyle/>
          <a:p>
            <a:r>
              <a:rPr lang="en-US" altLang="zh-CN" sz="4400" b="1" dirty="0"/>
              <a:t>Installing Next.js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F1182802-C90A-D190-DE70-E3BC9B1CF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EEFDC22-DA9B-E5C9-162B-B961AE359535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09</a:t>
            </a:r>
          </a:p>
        </p:txBody>
      </p:sp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F754BA4B-CCB8-8621-5569-789A9EE04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945" y="1594944"/>
            <a:ext cx="6190501" cy="49801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498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71FB-515F-888D-E67B-B67109ED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20F68039-B935-AC33-9E84-D8A37CAC25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043A49-F9A5-1BC7-DE23-0EB6413A9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5948D-7CF3-CA45-343B-180EFB130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Server and Client Components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E918947B-2500-CDA7-2479-D40BB1845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33613E9-C45B-BD30-16D1-FC533AAEB9EF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10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71BA7069-49D6-C14B-158F-545764F51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28" y="1620314"/>
            <a:ext cx="6317398" cy="50350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76644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67</TotalTime>
  <Words>92</Words>
  <Application>Microsoft Office PowerPoint</Application>
  <PresentationFormat>Widescreen</PresentationFormat>
  <Paragraphs>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Wingdings 3</vt:lpstr>
      <vt:lpstr>Ion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9</cp:revision>
  <dcterms:created xsi:type="dcterms:W3CDTF">2026-01-17T04:16:23Z</dcterms:created>
  <dcterms:modified xsi:type="dcterms:W3CDTF">2026-01-17T06:00:00Z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2026-01-17T04:52:16Z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a3ac4781-fe0a-4202-bb7f-f332c745cf40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